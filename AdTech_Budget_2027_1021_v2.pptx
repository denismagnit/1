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289" r:id="rId5"/>
    <p:sldId id="293" r:id="rId6"/>
    <p:sldId id="292" r:id="rId7"/>
    <p:sldId id="291" r:id="rId8"/>
    <p:sldId id="290" r:id="rId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EFCE"/>
    <a:srgbClr val="FFC7CE"/>
    <a:srgbClr val="E7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94" autoAdjust="0"/>
    <p:restoredTop sz="94694"/>
  </p:normalViewPr>
  <p:slideViewPr>
    <p:cSldViewPr snapToGrid="0">
      <p:cViewPr varScale="1">
        <p:scale>
          <a:sx n="121" d="100"/>
          <a:sy n="121" d="100"/>
        </p:scale>
        <p:origin x="10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6D58F-7999-4D19-B9B8-BB9C3785CC2F}" type="datetimeFigureOut">
              <a:rPr lang="ru-RU" smtClean="0"/>
              <a:t>21.10.2026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A58E23-9E9B-43EA-83EC-07577BAB8213}" type="slidenum">
              <a:rPr lang="ru-RU" smtClean="0"/>
              <a:t>‹#›</a:t>
            </a:fld>
            <a:endParaRPr lang="ru-RU"/>
          </a:p>
        </p:txBody>
      </p:sp>
    </p:spTree>
    <p:extLst>
      <p:ext uri="{BB962C8B-B14F-4D97-AF65-F5344CB8AC3E}">
        <p14:creationId xmlns:p14="http://schemas.microsoft.com/office/powerpoint/2010/main" val="166590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5"/>
          </p:nvPr>
        </p:nvSpPr>
        <p:spPr/>
        <p:txBody>
          <a:bodyPr/>
          <a:lstStyle/>
          <a:p>
            <a:fld id="{365F8A7F-8A1A-46D6-B319-F3643007AA3B}" type="slidenum">
              <a:rPr lang="ru-RU" smtClean="0"/>
              <a:t>1</a:t>
            </a:fld>
            <a:endParaRPr lang="ru-RU"/>
          </a:p>
        </p:txBody>
      </p:sp>
    </p:spTree>
    <p:extLst>
      <p:ext uri="{BB962C8B-B14F-4D97-AF65-F5344CB8AC3E}">
        <p14:creationId xmlns:p14="http://schemas.microsoft.com/office/powerpoint/2010/main" val="4082470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1.emf"/></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2.emf"/><Relationship Id="rId4" Type="http://schemas.openxmlformats.org/officeDocument/2006/relationships/oleObject" Target="../embeddings/oleObject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Обложка">
    <p:bg>
      <p:bgPr>
        <a:gradFill>
          <a:gsLst>
            <a:gs pos="0">
              <a:srgbClr val="091E23"/>
            </a:gs>
            <a:gs pos="100000">
              <a:srgbClr val="FF0700"/>
            </a:gs>
          </a:gsLst>
          <a:lin ang="0" scaled="1"/>
        </a:gradFill>
        <a:effectLst/>
      </p:bgPr>
    </p:bg>
    <p:spTree>
      <p:nvGrpSpPr>
        <p:cNvPr id="1" name=""/>
        <p:cNvGrpSpPr/>
        <p:nvPr/>
      </p:nvGrpSpPr>
      <p:grpSpPr>
        <a:xfrm>
          <a:off x="0" y="0"/>
          <a:ext cx="0" cy="0"/>
          <a:chOff x="0" y="0"/>
          <a:chExt cx="0" cy="0"/>
        </a:xfrm>
      </p:grpSpPr>
      <p:sp>
        <p:nvSpPr>
          <p:cNvPr id="6" name="Текст 5">
            <a:extLst>
              <a:ext uri="{FF2B5EF4-FFF2-40B4-BE49-F238E27FC236}">
                <a16:creationId xmlns:a16="http://schemas.microsoft.com/office/drawing/2014/main" id="{B20D1F06-E057-C958-9BD4-2517A69D2FFC}"/>
              </a:ext>
            </a:extLst>
          </p:cNvPr>
          <p:cNvSpPr>
            <a:spLocks noGrp="1"/>
          </p:cNvSpPr>
          <p:nvPr>
            <p:ph type="body" sz="quarter" idx="10" hasCustomPrompt="1"/>
          </p:nvPr>
        </p:nvSpPr>
        <p:spPr>
          <a:xfrm>
            <a:off x="550863" y="1514475"/>
            <a:ext cx="11098211" cy="2095500"/>
          </a:xfrm>
          <a:prstGeom prst="rect">
            <a:avLst/>
          </a:prstGeom>
        </p:spPr>
        <p:txBody>
          <a:bodyPr lIns="0" tIns="0" rIns="0" bIns="0"/>
          <a:lstStyle>
            <a:lvl1pPr marL="0" marR="0" indent="0" algn="l" defTabSz="914354" rtl="0" eaLnBrk="1" fontAlgn="auto" latinLnBrk="0" hangingPunct="1">
              <a:lnSpc>
                <a:spcPct val="90000"/>
              </a:lnSpc>
              <a:spcBef>
                <a:spcPts val="0"/>
              </a:spcBef>
              <a:spcAft>
                <a:spcPts val="0"/>
              </a:spcAft>
              <a:buClrTx/>
              <a:buSzTx/>
              <a:buFontTx/>
              <a:buNone/>
              <a:tabLst/>
              <a:defRPr sz="5000" b="1" i="0" baseline="0">
                <a:solidFill>
                  <a:schemeClr val="bg1"/>
                </a:solidFill>
                <a:latin typeface="+mj-lt"/>
                <a:cs typeface="Arial" panose="020B0604020202020204" pitchFamily="34" charset="0"/>
              </a:defRPr>
            </a:lvl1pPr>
          </a:lstStyle>
          <a:p>
            <a:r>
              <a:rPr lang="ru-RU"/>
              <a:t>Заголовок презентации</a:t>
            </a:r>
          </a:p>
          <a:p>
            <a:r>
              <a:rPr lang="ru-RU"/>
              <a:t>в несколько строк</a:t>
            </a:r>
          </a:p>
          <a:p>
            <a:r>
              <a:rPr lang="ru-RU"/>
              <a:t>Шрифт </a:t>
            </a:r>
            <a:r>
              <a:rPr lang="en-US"/>
              <a:t>Arial Bold </a:t>
            </a:r>
            <a:r>
              <a:rPr lang="ru-RU"/>
              <a:t>50</a:t>
            </a:r>
          </a:p>
        </p:txBody>
      </p:sp>
      <p:sp>
        <p:nvSpPr>
          <p:cNvPr id="9" name="Текст 8">
            <a:extLst>
              <a:ext uri="{FF2B5EF4-FFF2-40B4-BE49-F238E27FC236}">
                <a16:creationId xmlns:a16="http://schemas.microsoft.com/office/drawing/2014/main" id="{77C6AA7E-B9EC-D689-A34D-26514F873C44}"/>
              </a:ext>
            </a:extLst>
          </p:cNvPr>
          <p:cNvSpPr>
            <a:spLocks noGrp="1"/>
          </p:cNvSpPr>
          <p:nvPr>
            <p:ph type="body" sz="quarter" idx="11" hasCustomPrompt="1"/>
          </p:nvPr>
        </p:nvSpPr>
        <p:spPr>
          <a:xfrm>
            <a:off x="7265324" y="6039859"/>
            <a:ext cx="4383751" cy="266700"/>
          </a:xfrm>
          <a:prstGeom prst="rect">
            <a:avLst/>
          </a:prstGeom>
        </p:spPr>
        <p:txBody>
          <a:bodyPr lIns="0" tIns="0" rIns="0" bIns="0" anchor="b" anchorCtr="0"/>
          <a:lstStyle>
            <a:lvl1pPr algn="r">
              <a:defRPr sz="1200" baseline="0">
                <a:solidFill>
                  <a:schemeClr val="bg1"/>
                </a:solidFill>
              </a:defRPr>
            </a:lvl1pPr>
          </a:lstStyle>
          <a:p>
            <a:r>
              <a:rPr lang="ru-RU"/>
              <a:t>Дата. Шрифт </a:t>
            </a:r>
            <a:r>
              <a:rPr lang="en-US"/>
              <a:t>Arial Regular 12</a:t>
            </a:r>
            <a:endParaRPr lang="ru-RU"/>
          </a:p>
        </p:txBody>
      </p:sp>
      <p:sp>
        <p:nvSpPr>
          <p:cNvPr id="2" name="Текст 5">
            <a:extLst>
              <a:ext uri="{FF2B5EF4-FFF2-40B4-BE49-F238E27FC236}">
                <a16:creationId xmlns:a16="http://schemas.microsoft.com/office/drawing/2014/main" id="{70CF0B23-1960-0118-E8C7-7EBDAC12E164}"/>
              </a:ext>
            </a:extLst>
          </p:cNvPr>
          <p:cNvSpPr>
            <a:spLocks noGrp="1"/>
          </p:cNvSpPr>
          <p:nvPr>
            <p:ph type="body" sz="quarter" idx="12" hasCustomPrompt="1"/>
          </p:nvPr>
        </p:nvSpPr>
        <p:spPr>
          <a:xfrm>
            <a:off x="550864" y="3827102"/>
            <a:ext cx="5484812" cy="1260893"/>
          </a:xfrm>
          <a:prstGeom prst="rect">
            <a:avLst/>
          </a:prstGeom>
        </p:spPr>
        <p:txBody>
          <a:bodyPr lIns="0" tIns="0" rIns="0" bIns="0"/>
          <a:lstStyle>
            <a:lvl1pPr>
              <a:lnSpc>
                <a:spcPct val="90000"/>
              </a:lnSpc>
              <a:defRPr sz="1800" b="0" i="0" baseline="0">
                <a:solidFill>
                  <a:schemeClr val="bg1"/>
                </a:solidFill>
                <a:latin typeface="+mj-lt"/>
              </a:defRPr>
            </a:lvl1pPr>
          </a:lstStyle>
          <a:p>
            <a:pPr lvl="0"/>
            <a:r>
              <a:rPr lang="ru-RU"/>
              <a:t>Имя Фамилия </a:t>
            </a:r>
            <a:br>
              <a:rPr lang="en-US" dirty="0"/>
            </a:br>
            <a:r>
              <a:rPr lang="ru-RU"/>
              <a:t>Шрифт </a:t>
            </a:r>
            <a:r>
              <a:rPr lang="en-US"/>
              <a:t>Arial Regular </a:t>
            </a:r>
            <a:r>
              <a:rPr lang="ru-RU"/>
              <a:t>18</a:t>
            </a:r>
          </a:p>
        </p:txBody>
      </p:sp>
      <p:pic>
        <p:nvPicPr>
          <p:cNvPr id="3" name="Рисунок 2">
            <a:extLst>
              <a:ext uri="{FF2B5EF4-FFF2-40B4-BE49-F238E27FC236}">
                <a16:creationId xmlns:a16="http://schemas.microsoft.com/office/drawing/2014/main" id="{A32B3CAF-EA01-7D5F-0CC7-06AE2DDD1A02}"/>
              </a:ext>
            </a:extLst>
          </p:cNvPr>
          <p:cNvPicPr>
            <a:picLocks noChangeAspect="1"/>
          </p:cNvPicPr>
          <p:nvPr userDrawn="1"/>
        </p:nvPicPr>
        <p:blipFill>
          <a:blip r:embed="rId2"/>
          <a:stretch>
            <a:fillRect/>
          </a:stretch>
        </p:blipFill>
        <p:spPr>
          <a:xfrm>
            <a:off x="550862" y="5684181"/>
            <a:ext cx="2631725" cy="822101"/>
          </a:xfrm>
          <a:prstGeom prst="rect">
            <a:avLst/>
          </a:prstGeom>
        </p:spPr>
      </p:pic>
    </p:spTree>
    <p:extLst>
      <p:ext uri="{BB962C8B-B14F-4D97-AF65-F5344CB8AC3E}">
        <p14:creationId xmlns:p14="http://schemas.microsoft.com/office/powerpoint/2010/main" val="244114730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Обложка">
    <p:bg>
      <p:bgPr>
        <a:solidFill>
          <a:srgbClr val="091E23"/>
        </a:solidFill>
        <a:effectLst/>
      </p:bgPr>
    </p:bg>
    <p:spTree>
      <p:nvGrpSpPr>
        <p:cNvPr id="1" name=""/>
        <p:cNvGrpSpPr/>
        <p:nvPr/>
      </p:nvGrpSpPr>
      <p:grpSpPr>
        <a:xfrm>
          <a:off x="0" y="0"/>
          <a:ext cx="0" cy="0"/>
          <a:chOff x="0" y="0"/>
          <a:chExt cx="0" cy="0"/>
        </a:xfrm>
      </p:grpSpPr>
      <p:pic>
        <p:nvPicPr>
          <p:cNvPr id="5" name="Picture 4" descr="A red circles on a black background&#10;&#10;Description automatically generated">
            <a:extLst>
              <a:ext uri="{FF2B5EF4-FFF2-40B4-BE49-F238E27FC236}">
                <a16:creationId xmlns:a16="http://schemas.microsoft.com/office/drawing/2014/main" id="{E5C9D1B3-9449-1E35-A4F9-B27E63F23C3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Текст 8">
            <a:extLst>
              <a:ext uri="{FF2B5EF4-FFF2-40B4-BE49-F238E27FC236}">
                <a16:creationId xmlns:a16="http://schemas.microsoft.com/office/drawing/2014/main" id="{77C6AA7E-B9EC-D689-A34D-26514F873C44}"/>
              </a:ext>
            </a:extLst>
          </p:cNvPr>
          <p:cNvSpPr>
            <a:spLocks noGrp="1"/>
          </p:cNvSpPr>
          <p:nvPr>
            <p:ph type="body" sz="quarter" idx="11" hasCustomPrompt="1"/>
          </p:nvPr>
        </p:nvSpPr>
        <p:spPr>
          <a:xfrm>
            <a:off x="7265324" y="6039859"/>
            <a:ext cx="4383751" cy="266700"/>
          </a:xfrm>
          <a:prstGeom prst="rect">
            <a:avLst/>
          </a:prstGeom>
        </p:spPr>
        <p:txBody>
          <a:bodyPr lIns="0" tIns="0" rIns="0" bIns="0" anchor="b" anchorCtr="0"/>
          <a:lstStyle>
            <a:lvl1pPr algn="r">
              <a:defRPr sz="1200" baseline="0">
                <a:solidFill>
                  <a:schemeClr val="bg1"/>
                </a:solidFill>
              </a:defRPr>
            </a:lvl1pPr>
          </a:lstStyle>
          <a:p>
            <a:r>
              <a:rPr lang="ru-RU"/>
              <a:t>Дата. Шрифт </a:t>
            </a:r>
            <a:r>
              <a:rPr lang="en-US"/>
              <a:t>Arial Regular 12</a:t>
            </a:r>
            <a:endParaRPr lang="ru-RU"/>
          </a:p>
        </p:txBody>
      </p:sp>
      <p:pic>
        <p:nvPicPr>
          <p:cNvPr id="3" name="Рисунок 2">
            <a:extLst>
              <a:ext uri="{FF2B5EF4-FFF2-40B4-BE49-F238E27FC236}">
                <a16:creationId xmlns:a16="http://schemas.microsoft.com/office/drawing/2014/main" id="{908150A1-0016-886F-9FE9-3ADDD617444A}"/>
              </a:ext>
            </a:extLst>
          </p:cNvPr>
          <p:cNvPicPr>
            <a:picLocks noChangeAspect="1"/>
          </p:cNvPicPr>
          <p:nvPr userDrawn="1"/>
        </p:nvPicPr>
        <p:blipFill>
          <a:blip r:embed="rId3"/>
          <a:stretch>
            <a:fillRect/>
          </a:stretch>
        </p:blipFill>
        <p:spPr>
          <a:xfrm>
            <a:off x="550862" y="5684181"/>
            <a:ext cx="2631725" cy="822101"/>
          </a:xfrm>
          <a:prstGeom prst="rect">
            <a:avLst/>
          </a:prstGeom>
        </p:spPr>
      </p:pic>
      <p:sp>
        <p:nvSpPr>
          <p:cNvPr id="7" name="Текст 5">
            <a:extLst>
              <a:ext uri="{FF2B5EF4-FFF2-40B4-BE49-F238E27FC236}">
                <a16:creationId xmlns:a16="http://schemas.microsoft.com/office/drawing/2014/main" id="{0A7BD145-20FD-48AE-BE7E-0B58839E8167}"/>
              </a:ext>
            </a:extLst>
          </p:cNvPr>
          <p:cNvSpPr>
            <a:spLocks noGrp="1"/>
          </p:cNvSpPr>
          <p:nvPr>
            <p:ph type="body" sz="quarter" idx="10" hasCustomPrompt="1"/>
          </p:nvPr>
        </p:nvSpPr>
        <p:spPr>
          <a:xfrm>
            <a:off x="550863" y="1514475"/>
            <a:ext cx="11098211" cy="2095500"/>
          </a:xfrm>
          <a:prstGeom prst="rect">
            <a:avLst/>
          </a:prstGeom>
        </p:spPr>
        <p:txBody>
          <a:bodyPr lIns="0" tIns="0" rIns="0" bIns="0"/>
          <a:lstStyle>
            <a:lvl1pPr marL="0" marR="0" indent="0" algn="l" defTabSz="914354" rtl="0" eaLnBrk="1" fontAlgn="auto" latinLnBrk="0" hangingPunct="1">
              <a:lnSpc>
                <a:spcPct val="90000"/>
              </a:lnSpc>
              <a:spcBef>
                <a:spcPts val="0"/>
              </a:spcBef>
              <a:spcAft>
                <a:spcPts val="0"/>
              </a:spcAft>
              <a:buClrTx/>
              <a:buSzTx/>
              <a:buFontTx/>
              <a:buNone/>
              <a:tabLst/>
              <a:defRPr sz="5000" b="1" i="0" baseline="0">
                <a:solidFill>
                  <a:schemeClr val="bg1"/>
                </a:solidFill>
                <a:latin typeface="+mj-lt"/>
                <a:cs typeface="Arial" panose="020B0604020202020204" pitchFamily="34" charset="0"/>
              </a:defRPr>
            </a:lvl1pPr>
          </a:lstStyle>
          <a:p>
            <a:r>
              <a:rPr lang="ru-RU"/>
              <a:t>Заголовок презентации</a:t>
            </a:r>
          </a:p>
          <a:p>
            <a:r>
              <a:rPr lang="ru-RU"/>
              <a:t>в несколько строк</a:t>
            </a:r>
          </a:p>
          <a:p>
            <a:r>
              <a:rPr lang="ru-RU"/>
              <a:t>Шрифт </a:t>
            </a:r>
            <a:r>
              <a:rPr lang="en-US"/>
              <a:t>Arial Bold </a:t>
            </a:r>
            <a:r>
              <a:rPr lang="ru-RU"/>
              <a:t>50</a:t>
            </a:r>
          </a:p>
        </p:txBody>
      </p:sp>
      <p:sp>
        <p:nvSpPr>
          <p:cNvPr id="8" name="Текст 5">
            <a:extLst>
              <a:ext uri="{FF2B5EF4-FFF2-40B4-BE49-F238E27FC236}">
                <a16:creationId xmlns:a16="http://schemas.microsoft.com/office/drawing/2014/main" id="{BAB860D7-6CD2-4BB8-999C-7A9E37E23A91}"/>
              </a:ext>
            </a:extLst>
          </p:cNvPr>
          <p:cNvSpPr>
            <a:spLocks noGrp="1"/>
          </p:cNvSpPr>
          <p:nvPr>
            <p:ph type="body" sz="quarter" idx="12" hasCustomPrompt="1"/>
          </p:nvPr>
        </p:nvSpPr>
        <p:spPr>
          <a:xfrm>
            <a:off x="550864" y="3827102"/>
            <a:ext cx="5484812" cy="1260893"/>
          </a:xfrm>
          <a:prstGeom prst="rect">
            <a:avLst/>
          </a:prstGeom>
        </p:spPr>
        <p:txBody>
          <a:bodyPr lIns="0" tIns="0" rIns="0" bIns="0"/>
          <a:lstStyle>
            <a:lvl1pPr>
              <a:lnSpc>
                <a:spcPct val="90000"/>
              </a:lnSpc>
              <a:defRPr sz="1800" b="0" i="0" baseline="0">
                <a:solidFill>
                  <a:schemeClr val="bg1"/>
                </a:solidFill>
                <a:latin typeface="+mj-lt"/>
              </a:defRPr>
            </a:lvl1pPr>
          </a:lstStyle>
          <a:p>
            <a:pPr lvl="0"/>
            <a:r>
              <a:rPr lang="ru-RU"/>
              <a:t>Имя Фамилия </a:t>
            </a:r>
            <a:br>
              <a:rPr lang="en-US" dirty="0"/>
            </a:br>
            <a:r>
              <a:rPr lang="ru-RU"/>
              <a:t>Шрифт </a:t>
            </a:r>
            <a:r>
              <a:rPr lang="en-US"/>
              <a:t>Arial Regular </a:t>
            </a:r>
            <a:r>
              <a:rPr lang="ru-RU"/>
              <a:t>18</a:t>
            </a:r>
          </a:p>
        </p:txBody>
      </p:sp>
    </p:spTree>
    <p:extLst>
      <p:ext uri="{BB962C8B-B14F-4D97-AF65-F5344CB8AC3E}">
        <p14:creationId xmlns:p14="http://schemas.microsoft.com/office/powerpoint/2010/main" val="370832470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Обложка">
    <p:bg>
      <p:bgPr>
        <a:solidFill>
          <a:srgbClr val="091E23"/>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C9D1B3-9449-1E35-A4F9-B27E63F23C36}"/>
              </a:ext>
            </a:extLst>
          </p:cNvPr>
          <p:cNvPicPr>
            <a:picLocks noChangeAspect="1"/>
          </p:cNvPicPr>
          <p:nvPr userDrawn="1"/>
        </p:nvPicPr>
        <p:blipFill>
          <a:blip r:embed="rId2"/>
          <a:srcRect/>
          <a:stretch/>
        </p:blipFill>
        <p:spPr>
          <a:xfrm>
            <a:off x="0" y="0"/>
            <a:ext cx="12192000" cy="6858000"/>
          </a:xfrm>
          <a:prstGeom prst="rect">
            <a:avLst/>
          </a:prstGeom>
        </p:spPr>
      </p:pic>
      <p:sp>
        <p:nvSpPr>
          <p:cNvPr id="9" name="Текст 8">
            <a:extLst>
              <a:ext uri="{FF2B5EF4-FFF2-40B4-BE49-F238E27FC236}">
                <a16:creationId xmlns:a16="http://schemas.microsoft.com/office/drawing/2014/main" id="{77C6AA7E-B9EC-D689-A34D-26514F873C44}"/>
              </a:ext>
            </a:extLst>
          </p:cNvPr>
          <p:cNvSpPr>
            <a:spLocks noGrp="1"/>
          </p:cNvSpPr>
          <p:nvPr>
            <p:ph type="body" sz="quarter" idx="11" hasCustomPrompt="1"/>
          </p:nvPr>
        </p:nvSpPr>
        <p:spPr>
          <a:xfrm>
            <a:off x="7265324" y="6039859"/>
            <a:ext cx="4383751" cy="266700"/>
          </a:xfrm>
          <a:prstGeom prst="rect">
            <a:avLst/>
          </a:prstGeom>
        </p:spPr>
        <p:txBody>
          <a:bodyPr lIns="0" tIns="0" rIns="0" bIns="0" anchor="b" anchorCtr="0"/>
          <a:lstStyle>
            <a:lvl1pPr algn="r">
              <a:defRPr sz="1200" baseline="0">
                <a:solidFill>
                  <a:schemeClr val="bg1"/>
                </a:solidFill>
              </a:defRPr>
            </a:lvl1pPr>
          </a:lstStyle>
          <a:p>
            <a:r>
              <a:rPr lang="ru-RU"/>
              <a:t>Дата. Шрифт </a:t>
            </a:r>
            <a:r>
              <a:rPr lang="en-US"/>
              <a:t>Arial Regular 12</a:t>
            </a:r>
            <a:endParaRPr lang="ru-RU"/>
          </a:p>
        </p:txBody>
      </p:sp>
      <p:pic>
        <p:nvPicPr>
          <p:cNvPr id="3" name="Рисунок 2">
            <a:extLst>
              <a:ext uri="{FF2B5EF4-FFF2-40B4-BE49-F238E27FC236}">
                <a16:creationId xmlns:a16="http://schemas.microsoft.com/office/drawing/2014/main" id="{70D1906A-D076-488D-5F5B-1E413ADC4095}"/>
              </a:ext>
            </a:extLst>
          </p:cNvPr>
          <p:cNvPicPr>
            <a:picLocks noChangeAspect="1"/>
          </p:cNvPicPr>
          <p:nvPr userDrawn="1"/>
        </p:nvPicPr>
        <p:blipFill>
          <a:blip r:embed="rId3"/>
          <a:stretch>
            <a:fillRect/>
          </a:stretch>
        </p:blipFill>
        <p:spPr>
          <a:xfrm>
            <a:off x="550862" y="5684181"/>
            <a:ext cx="2631725" cy="822101"/>
          </a:xfrm>
          <a:prstGeom prst="rect">
            <a:avLst/>
          </a:prstGeom>
        </p:spPr>
      </p:pic>
      <p:sp>
        <p:nvSpPr>
          <p:cNvPr id="7" name="Текст 5">
            <a:extLst>
              <a:ext uri="{FF2B5EF4-FFF2-40B4-BE49-F238E27FC236}">
                <a16:creationId xmlns:a16="http://schemas.microsoft.com/office/drawing/2014/main" id="{6DF07EC9-FD15-4135-A74B-85C0340CA33F}"/>
              </a:ext>
            </a:extLst>
          </p:cNvPr>
          <p:cNvSpPr>
            <a:spLocks noGrp="1"/>
          </p:cNvSpPr>
          <p:nvPr>
            <p:ph type="body" sz="quarter" idx="10" hasCustomPrompt="1"/>
          </p:nvPr>
        </p:nvSpPr>
        <p:spPr>
          <a:xfrm>
            <a:off x="550863" y="1514475"/>
            <a:ext cx="11098211" cy="2095500"/>
          </a:xfrm>
          <a:prstGeom prst="rect">
            <a:avLst/>
          </a:prstGeom>
        </p:spPr>
        <p:txBody>
          <a:bodyPr lIns="0" tIns="0" rIns="0" bIns="0"/>
          <a:lstStyle>
            <a:lvl1pPr marL="0" marR="0" indent="0" algn="l" defTabSz="914354" rtl="0" eaLnBrk="1" fontAlgn="auto" latinLnBrk="0" hangingPunct="1">
              <a:lnSpc>
                <a:spcPct val="90000"/>
              </a:lnSpc>
              <a:spcBef>
                <a:spcPts val="0"/>
              </a:spcBef>
              <a:spcAft>
                <a:spcPts val="0"/>
              </a:spcAft>
              <a:buClrTx/>
              <a:buSzTx/>
              <a:buFontTx/>
              <a:buNone/>
              <a:tabLst/>
              <a:defRPr sz="5000" b="1" i="0" baseline="0">
                <a:solidFill>
                  <a:schemeClr val="bg1"/>
                </a:solidFill>
                <a:latin typeface="+mj-lt"/>
                <a:cs typeface="Arial" panose="020B0604020202020204" pitchFamily="34" charset="0"/>
              </a:defRPr>
            </a:lvl1pPr>
          </a:lstStyle>
          <a:p>
            <a:r>
              <a:rPr lang="ru-RU"/>
              <a:t>Заголовок презентации</a:t>
            </a:r>
          </a:p>
          <a:p>
            <a:r>
              <a:rPr lang="ru-RU"/>
              <a:t>в несколько строк</a:t>
            </a:r>
          </a:p>
          <a:p>
            <a:r>
              <a:rPr lang="ru-RU"/>
              <a:t>Шрифт </a:t>
            </a:r>
            <a:r>
              <a:rPr lang="en-US"/>
              <a:t>Arial Bold </a:t>
            </a:r>
            <a:r>
              <a:rPr lang="ru-RU"/>
              <a:t>50</a:t>
            </a:r>
          </a:p>
        </p:txBody>
      </p:sp>
      <p:sp>
        <p:nvSpPr>
          <p:cNvPr id="8" name="Текст 5">
            <a:extLst>
              <a:ext uri="{FF2B5EF4-FFF2-40B4-BE49-F238E27FC236}">
                <a16:creationId xmlns:a16="http://schemas.microsoft.com/office/drawing/2014/main" id="{70D25C1A-8CA8-43C6-935E-2B718249333D}"/>
              </a:ext>
            </a:extLst>
          </p:cNvPr>
          <p:cNvSpPr>
            <a:spLocks noGrp="1"/>
          </p:cNvSpPr>
          <p:nvPr>
            <p:ph type="body" sz="quarter" idx="12" hasCustomPrompt="1"/>
          </p:nvPr>
        </p:nvSpPr>
        <p:spPr>
          <a:xfrm>
            <a:off x="550864" y="3827102"/>
            <a:ext cx="5484812" cy="1260893"/>
          </a:xfrm>
          <a:prstGeom prst="rect">
            <a:avLst/>
          </a:prstGeom>
        </p:spPr>
        <p:txBody>
          <a:bodyPr lIns="0" tIns="0" rIns="0" bIns="0"/>
          <a:lstStyle>
            <a:lvl1pPr>
              <a:lnSpc>
                <a:spcPct val="90000"/>
              </a:lnSpc>
              <a:defRPr sz="1800" b="0" i="0" baseline="0">
                <a:solidFill>
                  <a:schemeClr val="bg1"/>
                </a:solidFill>
                <a:latin typeface="+mj-lt"/>
              </a:defRPr>
            </a:lvl1pPr>
          </a:lstStyle>
          <a:p>
            <a:pPr lvl="0"/>
            <a:r>
              <a:rPr lang="ru-RU"/>
              <a:t>Имя Фамилия </a:t>
            </a:r>
            <a:br>
              <a:rPr lang="en-US" dirty="0"/>
            </a:br>
            <a:r>
              <a:rPr lang="ru-RU"/>
              <a:t>Шрифт </a:t>
            </a:r>
            <a:r>
              <a:rPr lang="en-US"/>
              <a:t>Arial Regular </a:t>
            </a:r>
            <a:r>
              <a:rPr lang="ru-RU"/>
              <a:t>18</a:t>
            </a:r>
          </a:p>
        </p:txBody>
      </p:sp>
    </p:spTree>
    <p:extLst>
      <p:ext uri="{BB962C8B-B14F-4D97-AF65-F5344CB8AC3E}">
        <p14:creationId xmlns:p14="http://schemas.microsoft.com/office/powerpoint/2010/main" val="229335473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_Обложка">
    <p:bg>
      <p:bgPr>
        <a:solidFill>
          <a:srgbClr val="091E23"/>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C9D1B3-9449-1E35-A4F9-B27E63F23C36}"/>
              </a:ext>
            </a:extLst>
          </p:cNvPr>
          <p:cNvPicPr>
            <a:picLocks noChangeAspect="1"/>
          </p:cNvPicPr>
          <p:nvPr userDrawn="1"/>
        </p:nvPicPr>
        <p:blipFill>
          <a:blip r:embed="rId2"/>
          <a:srcRect/>
          <a:stretch/>
        </p:blipFill>
        <p:spPr>
          <a:xfrm>
            <a:off x="0" y="0"/>
            <a:ext cx="12192000" cy="6858000"/>
          </a:xfrm>
          <a:prstGeom prst="rect">
            <a:avLst/>
          </a:prstGeom>
        </p:spPr>
      </p:pic>
      <p:sp>
        <p:nvSpPr>
          <p:cNvPr id="9" name="Текст 8">
            <a:extLst>
              <a:ext uri="{FF2B5EF4-FFF2-40B4-BE49-F238E27FC236}">
                <a16:creationId xmlns:a16="http://schemas.microsoft.com/office/drawing/2014/main" id="{77C6AA7E-B9EC-D689-A34D-26514F873C44}"/>
              </a:ext>
            </a:extLst>
          </p:cNvPr>
          <p:cNvSpPr>
            <a:spLocks noGrp="1"/>
          </p:cNvSpPr>
          <p:nvPr>
            <p:ph type="body" sz="quarter" idx="11" hasCustomPrompt="1"/>
          </p:nvPr>
        </p:nvSpPr>
        <p:spPr>
          <a:xfrm>
            <a:off x="7265324" y="6039859"/>
            <a:ext cx="4383751" cy="266700"/>
          </a:xfrm>
          <a:prstGeom prst="rect">
            <a:avLst/>
          </a:prstGeom>
        </p:spPr>
        <p:txBody>
          <a:bodyPr lIns="0" tIns="0" rIns="0" bIns="0" anchor="b" anchorCtr="0"/>
          <a:lstStyle>
            <a:lvl1pPr algn="r">
              <a:defRPr sz="1200" baseline="0">
                <a:solidFill>
                  <a:schemeClr val="bg1"/>
                </a:solidFill>
              </a:defRPr>
            </a:lvl1pPr>
          </a:lstStyle>
          <a:p>
            <a:r>
              <a:rPr lang="ru-RU"/>
              <a:t>Дата. Шрифт </a:t>
            </a:r>
            <a:r>
              <a:rPr lang="en-US"/>
              <a:t>Arial Regular 12</a:t>
            </a:r>
            <a:endParaRPr lang="ru-RU"/>
          </a:p>
        </p:txBody>
      </p:sp>
      <p:pic>
        <p:nvPicPr>
          <p:cNvPr id="3" name="Рисунок 2">
            <a:extLst>
              <a:ext uri="{FF2B5EF4-FFF2-40B4-BE49-F238E27FC236}">
                <a16:creationId xmlns:a16="http://schemas.microsoft.com/office/drawing/2014/main" id="{ED33B036-32F0-9FA2-1E85-69C7B2CEE45F}"/>
              </a:ext>
            </a:extLst>
          </p:cNvPr>
          <p:cNvPicPr>
            <a:picLocks noChangeAspect="1"/>
          </p:cNvPicPr>
          <p:nvPr userDrawn="1"/>
        </p:nvPicPr>
        <p:blipFill>
          <a:blip r:embed="rId3"/>
          <a:stretch>
            <a:fillRect/>
          </a:stretch>
        </p:blipFill>
        <p:spPr>
          <a:xfrm>
            <a:off x="550862" y="5684181"/>
            <a:ext cx="2631725" cy="822101"/>
          </a:xfrm>
          <a:prstGeom prst="rect">
            <a:avLst/>
          </a:prstGeom>
        </p:spPr>
      </p:pic>
      <p:sp>
        <p:nvSpPr>
          <p:cNvPr id="7" name="Текст 5">
            <a:extLst>
              <a:ext uri="{FF2B5EF4-FFF2-40B4-BE49-F238E27FC236}">
                <a16:creationId xmlns:a16="http://schemas.microsoft.com/office/drawing/2014/main" id="{0C27E162-F447-450A-B929-448FCB5A6715}"/>
              </a:ext>
            </a:extLst>
          </p:cNvPr>
          <p:cNvSpPr>
            <a:spLocks noGrp="1"/>
          </p:cNvSpPr>
          <p:nvPr>
            <p:ph type="body" sz="quarter" idx="10" hasCustomPrompt="1"/>
          </p:nvPr>
        </p:nvSpPr>
        <p:spPr>
          <a:xfrm>
            <a:off x="550863" y="1514475"/>
            <a:ext cx="11098211" cy="2095500"/>
          </a:xfrm>
          <a:prstGeom prst="rect">
            <a:avLst/>
          </a:prstGeom>
        </p:spPr>
        <p:txBody>
          <a:bodyPr lIns="0" tIns="0" rIns="0" bIns="0"/>
          <a:lstStyle>
            <a:lvl1pPr marL="0" marR="0" indent="0" algn="l" defTabSz="914354" rtl="0" eaLnBrk="1" fontAlgn="auto" latinLnBrk="0" hangingPunct="1">
              <a:lnSpc>
                <a:spcPct val="90000"/>
              </a:lnSpc>
              <a:spcBef>
                <a:spcPts val="0"/>
              </a:spcBef>
              <a:spcAft>
                <a:spcPts val="0"/>
              </a:spcAft>
              <a:buClrTx/>
              <a:buSzTx/>
              <a:buFontTx/>
              <a:buNone/>
              <a:tabLst/>
              <a:defRPr sz="5000" b="1" i="0" baseline="0">
                <a:solidFill>
                  <a:schemeClr val="bg1"/>
                </a:solidFill>
                <a:latin typeface="+mj-lt"/>
                <a:cs typeface="Arial" panose="020B0604020202020204" pitchFamily="34" charset="0"/>
              </a:defRPr>
            </a:lvl1pPr>
          </a:lstStyle>
          <a:p>
            <a:r>
              <a:rPr lang="ru-RU"/>
              <a:t>Заголовок презентации</a:t>
            </a:r>
          </a:p>
          <a:p>
            <a:r>
              <a:rPr lang="ru-RU"/>
              <a:t>в несколько строк</a:t>
            </a:r>
          </a:p>
          <a:p>
            <a:r>
              <a:rPr lang="ru-RU"/>
              <a:t>Шрифт </a:t>
            </a:r>
            <a:r>
              <a:rPr lang="en-US"/>
              <a:t>Arial Bold </a:t>
            </a:r>
            <a:r>
              <a:rPr lang="ru-RU"/>
              <a:t>50</a:t>
            </a:r>
          </a:p>
        </p:txBody>
      </p:sp>
      <p:sp>
        <p:nvSpPr>
          <p:cNvPr id="8" name="Текст 5">
            <a:extLst>
              <a:ext uri="{FF2B5EF4-FFF2-40B4-BE49-F238E27FC236}">
                <a16:creationId xmlns:a16="http://schemas.microsoft.com/office/drawing/2014/main" id="{35BDA818-76BF-43DE-BEE5-BBD894530B82}"/>
              </a:ext>
            </a:extLst>
          </p:cNvPr>
          <p:cNvSpPr>
            <a:spLocks noGrp="1"/>
          </p:cNvSpPr>
          <p:nvPr>
            <p:ph type="body" sz="quarter" idx="12" hasCustomPrompt="1"/>
          </p:nvPr>
        </p:nvSpPr>
        <p:spPr>
          <a:xfrm>
            <a:off x="550864" y="3827102"/>
            <a:ext cx="5484812" cy="1260893"/>
          </a:xfrm>
          <a:prstGeom prst="rect">
            <a:avLst/>
          </a:prstGeom>
        </p:spPr>
        <p:txBody>
          <a:bodyPr lIns="0" tIns="0" rIns="0" bIns="0"/>
          <a:lstStyle>
            <a:lvl1pPr>
              <a:lnSpc>
                <a:spcPct val="90000"/>
              </a:lnSpc>
              <a:defRPr sz="1800" b="0" i="0" baseline="0">
                <a:solidFill>
                  <a:schemeClr val="bg1"/>
                </a:solidFill>
                <a:latin typeface="+mj-lt"/>
              </a:defRPr>
            </a:lvl1pPr>
          </a:lstStyle>
          <a:p>
            <a:pPr lvl="0"/>
            <a:r>
              <a:rPr lang="ru-RU"/>
              <a:t>Имя Фамилия </a:t>
            </a:r>
            <a:br>
              <a:rPr lang="en-US" dirty="0"/>
            </a:br>
            <a:r>
              <a:rPr lang="ru-RU"/>
              <a:t>Шрифт </a:t>
            </a:r>
            <a:r>
              <a:rPr lang="en-US"/>
              <a:t>Arial Regular </a:t>
            </a:r>
            <a:r>
              <a:rPr lang="ru-RU"/>
              <a:t>18</a:t>
            </a:r>
          </a:p>
        </p:txBody>
      </p:sp>
    </p:spTree>
    <p:extLst>
      <p:ext uri="{BB962C8B-B14F-4D97-AF65-F5344CB8AC3E}">
        <p14:creationId xmlns:p14="http://schemas.microsoft.com/office/powerpoint/2010/main" val="310807079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_Обложка">
    <p:bg>
      <p:bgPr>
        <a:solidFill>
          <a:srgbClr val="091E23"/>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C9D1B3-9449-1E35-A4F9-B27E63F23C36}"/>
              </a:ext>
            </a:extLst>
          </p:cNvPr>
          <p:cNvPicPr>
            <a:picLocks noChangeAspect="1"/>
          </p:cNvPicPr>
          <p:nvPr userDrawn="1"/>
        </p:nvPicPr>
        <p:blipFill>
          <a:blip r:embed="rId2"/>
          <a:srcRect/>
          <a:stretch/>
        </p:blipFill>
        <p:spPr>
          <a:xfrm>
            <a:off x="0" y="0"/>
            <a:ext cx="12192000" cy="6858000"/>
          </a:xfrm>
          <a:prstGeom prst="rect">
            <a:avLst/>
          </a:prstGeom>
        </p:spPr>
      </p:pic>
      <p:sp>
        <p:nvSpPr>
          <p:cNvPr id="9" name="Текст 8">
            <a:extLst>
              <a:ext uri="{FF2B5EF4-FFF2-40B4-BE49-F238E27FC236}">
                <a16:creationId xmlns:a16="http://schemas.microsoft.com/office/drawing/2014/main" id="{77C6AA7E-B9EC-D689-A34D-26514F873C44}"/>
              </a:ext>
            </a:extLst>
          </p:cNvPr>
          <p:cNvSpPr>
            <a:spLocks noGrp="1"/>
          </p:cNvSpPr>
          <p:nvPr>
            <p:ph type="body" sz="quarter" idx="11" hasCustomPrompt="1"/>
          </p:nvPr>
        </p:nvSpPr>
        <p:spPr>
          <a:xfrm>
            <a:off x="7265324" y="6039859"/>
            <a:ext cx="4383751" cy="266700"/>
          </a:xfrm>
          <a:prstGeom prst="rect">
            <a:avLst/>
          </a:prstGeom>
        </p:spPr>
        <p:txBody>
          <a:bodyPr lIns="0" tIns="0" rIns="0" bIns="0" anchor="b" anchorCtr="0"/>
          <a:lstStyle>
            <a:lvl1pPr algn="r">
              <a:defRPr sz="1200" baseline="0">
                <a:solidFill>
                  <a:schemeClr val="bg1"/>
                </a:solidFill>
              </a:defRPr>
            </a:lvl1pPr>
          </a:lstStyle>
          <a:p>
            <a:r>
              <a:rPr lang="ru-RU"/>
              <a:t>Дата. Шрифт </a:t>
            </a:r>
            <a:r>
              <a:rPr lang="en-US"/>
              <a:t>Arial Regular 12</a:t>
            </a:r>
            <a:endParaRPr lang="ru-RU"/>
          </a:p>
        </p:txBody>
      </p:sp>
      <p:pic>
        <p:nvPicPr>
          <p:cNvPr id="3" name="Рисунок 2">
            <a:extLst>
              <a:ext uri="{FF2B5EF4-FFF2-40B4-BE49-F238E27FC236}">
                <a16:creationId xmlns:a16="http://schemas.microsoft.com/office/drawing/2014/main" id="{D0450C49-8376-B221-1164-CBF2556AC80B}"/>
              </a:ext>
            </a:extLst>
          </p:cNvPr>
          <p:cNvPicPr>
            <a:picLocks noChangeAspect="1"/>
          </p:cNvPicPr>
          <p:nvPr userDrawn="1"/>
        </p:nvPicPr>
        <p:blipFill>
          <a:blip r:embed="rId3"/>
          <a:stretch>
            <a:fillRect/>
          </a:stretch>
        </p:blipFill>
        <p:spPr>
          <a:xfrm>
            <a:off x="550862" y="5684181"/>
            <a:ext cx="2631725" cy="822101"/>
          </a:xfrm>
          <a:prstGeom prst="rect">
            <a:avLst/>
          </a:prstGeom>
        </p:spPr>
      </p:pic>
      <p:sp>
        <p:nvSpPr>
          <p:cNvPr id="7" name="Текст 5">
            <a:extLst>
              <a:ext uri="{FF2B5EF4-FFF2-40B4-BE49-F238E27FC236}">
                <a16:creationId xmlns:a16="http://schemas.microsoft.com/office/drawing/2014/main" id="{2F59F14E-28EA-4470-9F34-8138A6B0C701}"/>
              </a:ext>
            </a:extLst>
          </p:cNvPr>
          <p:cNvSpPr>
            <a:spLocks noGrp="1"/>
          </p:cNvSpPr>
          <p:nvPr>
            <p:ph type="body" sz="quarter" idx="10" hasCustomPrompt="1"/>
          </p:nvPr>
        </p:nvSpPr>
        <p:spPr>
          <a:xfrm>
            <a:off x="550863" y="1514475"/>
            <a:ext cx="11098211" cy="2095500"/>
          </a:xfrm>
          <a:prstGeom prst="rect">
            <a:avLst/>
          </a:prstGeom>
        </p:spPr>
        <p:txBody>
          <a:bodyPr lIns="0" tIns="0" rIns="0" bIns="0"/>
          <a:lstStyle>
            <a:lvl1pPr marL="0" marR="0" indent="0" algn="l" defTabSz="914354" rtl="0" eaLnBrk="1" fontAlgn="auto" latinLnBrk="0" hangingPunct="1">
              <a:lnSpc>
                <a:spcPct val="90000"/>
              </a:lnSpc>
              <a:spcBef>
                <a:spcPts val="0"/>
              </a:spcBef>
              <a:spcAft>
                <a:spcPts val="0"/>
              </a:spcAft>
              <a:buClrTx/>
              <a:buSzTx/>
              <a:buFontTx/>
              <a:buNone/>
              <a:tabLst/>
              <a:defRPr sz="5000" b="1" i="0" baseline="0">
                <a:solidFill>
                  <a:schemeClr val="bg1"/>
                </a:solidFill>
                <a:latin typeface="+mj-lt"/>
                <a:cs typeface="Arial" panose="020B0604020202020204" pitchFamily="34" charset="0"/>
              </a:defRPr>
            </a:lvl1pPr>
          </a:lstStyle>
          <a:p>
            <a:r>
              <a:rPr lang="ru-RU"/>
              <a:t>Заголовок презентации</a:t>
            </a:r>
          </a:p>
          <a:p>
            <a:r>
              <a:rPr lang="ru-RU"/>
              <a:t>в несколько строк</a:t>
            </a:r>
          </a:p>
          <a:p>
            <a:r>
              <a:rPr lang="ru-RU"/>
              <a:t>Шрифт </a:t>
            </a:r>
            <a:r>
              <a:rPr lang="en-US"/>
              <a:t>Arial Bold </a:t>
            </a:r>
            <a:r>
              <a:rPr lang="ru-RU"/>
              <a:t>50</a:t>
            </a:r>
          </a:p>
        </p:txBody>
      </p:sp>
      <p:sp>
        <p:nvSpPr>
          <p:cNvPr id="8" name="Текст 5">
            <a:extLst>
              <a:ext uri="{FF2B5EF4-FFF2-40B4-BE49-F238E27FC236}">
                <a16:creationId xmlns:a16="http://schemas.microsoft.com/office/drawing/2014/main" id="{5C629E45-01D1-4198-8B0F-8348E3400E98}"/>
              </a:ext>
            </a:extLst>
          </p:cNvPr>
          <p:cNvSpPr>
            <a:spLocks noGrp="1"/>
          </p:cNvSpPr>
          <p:nvPr>
            <p:ph type="body" sz="quarter" idx="12" hasCustomPrompt="1"/>
          </p:nvPr>
        </p:nvSpPr>
        <p:spPr>
          <a:xfrm>
            <a:off x="550864" y="3827102"/>
            <a:ext cx="5484812" cy="1260893"/>
          </a:xfrm>
          <a:prstGeom prst="rect">
            <a:avLst/>
          </a:prstGeom>
        </p:spPr>
        <p:txBody>
          <a:bodyPr lIns="0" tIns="0" rIns="0" bIns="0"/>
          <a:lstStyle>
            <a:lvl1pPr>
              <a:lnSpc>
                <a:spcPct val="90000"/>
              </a:lnSpc>
              <a:defRPr sz="1800" b="0" i="0" baseline="0">
                <a:solidFill>
                  <a:schemeClr val="bg1"/>
                </a:solidFill>
                <a:latin typeface="+mj-lt"/>
              </a:defRPr>
            </a:lvl1pPr>
          </a:lstStyle>
          <a:p>
            <a:pPr lvl="0"/>
            <a:r>
              <a:rPr lang="ru-RU"/>
              <a:t>Имя Фамилия </a:t>
            </a:r>
            <a:br>
              <a:rPr lang="en-US" dirty="0"/>
            </a:br>
            <a:r>
              <a:rPr lang="ru-RU"/>
              <a:t>Шрифт </a:t>
            </a:r>
            <a:r>
              <a:rPr lang="en-US"/>
              <a:t>Arial Regular </a:t>
            </a:r>
            <a:r>
              <a:rPr lang="ru-RU"/>
              <a:t>18</a:t>
            </a:r>
          </a:p>
        </p:txBody>
      </p:sp>
    </p:spTree>
    <p:extLst>
      <p:ext uri="{BB962C8B-B14F-4D97-AF65-F5344CB8AC3E}">
        <p14:creationId xmlns:p14="http://schemas.microsoft.com/office/powerpoint/2010/main" val="362546141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Обложка">
    <p:bg>
      <p:bgPr>
        <a:solidFill>
          <a:srgbClr val="091E23"/>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C9D1B3-9449-1E35-A4F9-B27E63F23C36}"/>
              </a:ext>
            </a:extLst>
          </p:cNvPr>
          <p:cNvPicPr>
            <a:picLocks noChangeAspect="1"/>
          </p:cNvPicPr>
          <p:nvPr userDrawn="1"/>
        </p:nvPicPr>
        <p:blipFill>
          <a:blip r:embed="rId2"/>
          <a:srcRect/>
          <a:stretch/>
        </p:blipFill>
        <p:spPr>
          <a:xfrm>
            <a:off x="0" y="0"/>
            <a:ext cx="12192000" cy="6858000"/>
          </a:xfrm>
          <a:prstGeom prst="rect">
            <a:avLst/>
          </a:prstGeom>
        </p:spPr>
      </p:pic>
      <p:sp>
        <p:nvSpPr>
          <p:cNvPr id="9" name="Текст 8">
            <a:extLst>
              <a:ext uri="{FF2B5EF4-FFF2-40B4-BE49-F238E27FC236}">
                <a16:creationId xmlns:a16="http://schemas.microsoft.com/office/drawing/2014/main" id="{77C6AA7E-B9EC-D689-A34D-26514F873C44}"/>
              </a:ext>
            </a:extLst>
          </p:cNvPr>
          <p:cNvSpPr>
            <a:spLocks noGrp="1"/>
          </p:cNvSpPr>
          <p:nvPr>
            <p:ph type="body" sz="quarter" idx="11" hasCustomPrompt="1"/>
          </p:nvPr>
        </p:nvSpPr>
        <p:spPr>
          <a:xfrm>
            <a:off x="7265324" y="6039859"/>
            <a:ext cx="4383751" cy="266700"/>
          </a:xfrm>
          <a:prstGeom prst="rect">
            <a:avLst/>
          </a:prstGeom>
        </p:spPr>
        <p:txBody>
          <a:bodyPr lIns="0" tIns="0" rIns="0" bIns="0" anchor="b" anchorCtr="0"/>
          <a:lstStyle>
            <a:lvl1pPr algn="r">
              <a:defRPr sz="1200" baseline="0">
                <a:solidFill>
                  <a:schemeClr val="bg1"/>
                </a:solidFill>
              </a:defRPr>
            </a:lvl1pPr>
          </a:lstStyle>
          <a:p>
            <a:r>
              <a:rPr lang="ru-RU"/>
              <a:t>Дата. Шрифт </a:t>
            </a:r>
            <a:r>
              <a:rPr lang="en-US"/>
              <a:t>Arial Regular 12</a:t>
            </a:r>
            <a:endParaRPr lang="ru-RU"/>
          </a:p>
        </p:txBody>
      </p:sp>
      <p:pic>
        <p:nvPicPr>
          <p:cNvPr id="3" name="Рисунок 2">
            <a:extLst>
              <a:ext uri="{FF2B5EF4-FFF2-40B4-BE49-F238E27FC236}">
                <a16:creationId xmlns:a16="http://schemas.microsoft.com/office/drawing/2014/main" id="{82E6B423-8860-5583-7550-8185EF9884D2}"/>
              </a:ext>
            </a:extLst>
          </p:cNvPr>
          <p:cNvPicPr>
            <a:picLocks noChangeAspect="1"/>
          </p:cNvPicPr>
          <p:nvPr userDrawn="1"/>
        </p:nvPicPr>
        <p:blipFill>
          <a:blip r:embed="rId3"/>
          <a:stretch>
            <a:fillRect/>
          </a:stretch>
        </p:blipFill>
        <p:spPr>
          <a:xfrm>
            <a:off x="550862" y="5684181"/>
            <a:ext cx="2631725" cy="822101"/>
          </a:xfrm>
          <a:prstGeom prst="rect">
            <a:avLst/>
          </a:prstGeom>
        </p:spPr>
      </p:pic>
      <p:sp>
        <p:nvSpPr>
          <p:cNvPr id="7" name="Текст 5">
            <a:extLst>
              <a:ext uri="{FF2B5EF4-FFF2-40B4-BE49-F238E27FC236}">
                <a16:creationId xmlns:a16="http://schemas.microsoft.com/office/drawing/2014/main" id="{1661DD3A-AD3B-4577-8E6F-0575534B65F3}"/>
              </a:ext>
            </a:extLst>
          </p:cNvPr>
          <p:cNvSpPr>
            <a:spLocks noGrp="1"/>
          </p:cNvSpPr>
          <p:nvPr>
            <p:ph type="body" sz="quarter" idx="10" hasCustomPrompt="1"/>
          </p:nvPr>
        </p:nvSpPr>
        <p:spPr>
          <a:xfrm>
            <a:off x="550863" y="1514475"/>
            <a:ext cx="11098211" cy="2095500"/>
          </a:xfrm>
          <a:prstGeom prst="rect">
            <a:avLst/>
          </a:prstGeom>
        </p:spPr>
        <p:txBody>
          <a:bodyPr lIns="0" tIns="0" rIns="0" bIns="0"/>
          <a:lstStyle>
            <a:lvl1pPr marL="0" marR="0" indent="0" algn="l" defTabSz="914354" rtl="0" eaLnBrk="1" fontAlgn="auto" latinLnBrk="0" hangingPunct="1">
              <a:lnSpc>
                <a:spcPct val="90000"/>
              </a:lnSpc>
              <a:spcBef>
                <a:spcPts val="0"/>
              </a:spcBef>
              <a:spcAft>
                <a:spcPts val="0"/>
              </a:spcAft>
              <a:buClrTx/>
              <a:buSzTx/>
              <a:buFontTx/>
              <a:buNone/>
              <a:tabLst/>
              <a:defRPr sz="5000" b="1" i="0" baseline="0">
                <a:solidFill>
                  <a:schemeClr val="bg1"/>
                </a:solidFill>
                <a:latin typeface="+mj-lt"/>
                <a:cs typeface="Arial" panose="020B0604020202020204" pitchFamily="34" charset="0"/>
              </a:defRPr>
            </a:lvl1pPr>
          </a:lstStyle>
          <a:p>
            <a:r>
              <a:rPr lang="ru-RU"/>
              <a:t>Заголовок презентации</a:t>
            </a:r>
          </a:p>
          <a:p>
            <a:r>
              <a:rPr lang="ru-RU"/>
              <a:t>в несколько строк</a:t>
            </a:r>
          </a:p>
          <a:p>
            <a:r>
              <a:rPr lang="ru-RU"/>
              <a:t>Шрифт </a:t>
            </a:r>
            <a:r>
              <a:rPr lang="en-US"/>
              <a:t>Arial Bold </a:t>
            </a:r>
            <a:r>
              <a:rPr lang="ru-RU"/>
              <a:t>50</a:t>
            </a:r>
          </a:p>
        </p:txBody>
      </p:sp>
      <p:sp>
        <p:nvSpPr>
          <p:cNvPr id="8" name="Текст 5">
            <a:extLst>
              <a:ext uri="{FF2B5EF4-FFF2-40B4-BE49-F238E27FC236}">
                <a16:creationId xmlns:a16="http://schemas.microsoft.com/office/drawing/2014/main" id="{EFFB686D-4A94-40E6-894F-ABB96ADE7A45}"/>
              </a:ext>
            </a:extLst>
          </p:cNvPr>
          <p:cNvSpPr>
            <a:spLocks noGrp="1"/>
          </p:cNvSpPr>
          <p:nvPr>
            <p:ph type="body" sz="quarter" idx="12" hasCustomPrompt="1"/>
          </p:nvPr>
        </p:nvSpPr>
        <p:spPr>
          <a:xfrm>
            <a:off x="550864" y="3827102"/>
            <a:ext cx="5484812" cy="1260893"/>
          </a:xfrm>
          <a:prstGeom prst="rect">
            <a:avLst/>
          </a:prstGeom>
        </p:spPr>
        <p:txBody>
          <a:bodyPr lIns="0" tIns="0" rIns="0" bIns="0"/>
          <a:lstStyle>
            <a:lvl1pPr>
              <a:lnSpc>
                <a:spcPct val="90000"/>
              </a:lnSpc>
              <a:defRPr sz="1800" b="0" i="0" baseline="0">
                <a:solidFill>
                  <a:schemeClr val="bg1"/>
                </a:solidFill>
                <a:latin typeface="+mj-lt"/>
              </a:defRPr>
            </a:lvl1pPr>
          </a:lstStyle>
          <a:p>
            <a:pPr lvl="0"/>
            <a:r>
              <a:rPr lang="ru-RU"/>
              <a:t>Имя Фамилия </a:t>
            </a:r>
            <a:br>
              <a:rPr lang="en-US" dirty="0"/>
            </a:br>
            <a:r>
              <a:rPr lang="ru-RU"/>
              <a:t>Шрифт </a:t>
            </a:r>
            <a:r>
              <a:rPr lang="en-US"/>
              <a:t>Arial Regular </a:t>
            </a:r>
            <a:r>
              <a:rPr lang="ru-RU"/>
              <a:t>18</a:t>
            </a:r>
          </a:p>
        </p:txBody>
      </p:sp>
    </p:spTree>
    <p:extLst>
      <p:ext uri="{BB962C8B-B14F-4D97-AF65-F5344CB8AC3E}">
        <p14:creationId xmlns:p14="http://schemas.microsoft.com/office/powerpoint/2010/main" val="106900092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Раздел">
    <p:bg>
      <p:bgPr>
        <a:solidFill>
          <a:srgbClr val="FF0700"/>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7AA0BA3-CFF3-EFD7-7141-8078FA918FED}"/>
              </a:ext>
            </a:extLst>
          </p:cNvPr>
          <p:cNvPicPr>
            <a:picLocks noChangeAspect="1"/>
          </p:cNvPicPr>
          <p:nvPr userDrawn="1"/>
        </p:nvPicPr>
        <p:blipFill>
          <a:blip r:embed="rId2"/>
          <a:srcRect/>
          <a:stretch/>
        </p:blipFill>
        <p:spPr>
          <a:xfrm>
            <a:off x="0" y="0"/>
            <a:ext cx="12192000" cy="6858000"/>
          </a:xfrm>
          <a:prstGeom prst="rect">
            <a:avLst/>
          </a:prstGeom>
        </p:spPr>
      </p:pic>
      <p:sp>
        <p:nvSpPr>
          <p:cNvPr id="4" name="Текст 5">
            <a:extLst>
              <a:ext uri="{FF2B5EF4-FFF2-40B4-BE49-F238E27FC236}">
                <a16:creationId xmlns:a16="http://schemas.microsoft.com/office/drawing/2014/main" id="{717DA5DA-A3F5-00DF-3CC9-CCEBCDB81960}"/>
              </a:ext>
            </a:extLst>
          </p:cNvPr>
          <p:cNvSpPr>
            <a:spLocks noGrp="1"/>
          </p:cNvSpPr>
          <p:nvPr>
            <p:ph type="body" sz="quarter" idx="10" hasCustomPrompt="1"/>
          </p:nvPr>
        </p:nvSpPr>
        <p:spPr>
          <a:xfrm>
            <a:off x="550863" y="512763"/>
            <a:ext cx="5468938" cy="4558001"/>
          </a:xfrm>
          <a:prstGeom prst="rect">
            <a:avLst/>
          </a:prstGeom>
        </p:spPr>
        <p:txBody>
          <a:bodyPr lIns="0" tIns="0" rIns="0" bIns="0"/>
          <a:lstStyle>
            <a:lvl1pPr>
              <a:lnSpc>
                <a:spcPct val="90000"/>
              </a:lnSpc>
              <a:spcBef>
                <a:spcPts val="0"/>
              </a:spcBef>
              <a:defRPr sz="3600" b="1" i="0" baseline="0">
                <a:solidFill>
                  <a:schemeClr val="bg1"/>
                </a:solidFill>
                <a:latin typeface="+mj-lt"/>
              </a:defRPr>
            </a:lvl1pPr>
          </a:lstStyle>
          <a:p>
            <a:pPr lvl="0"/>
            <a:r>
              <a:rPr lang="ru-RU"/>
              <a:t>Заголовок раздела.</a:t>
            </a:r>
          </a:p>
        </p:txBody>
      </p:sp>
      <p:pic>
        <p:nvPicPr>
          <p:cNvPr id="3" name="Рисунок 2">
            <a:extLst>
              <a:ext uri="{FF2B5EF4-FFF2-40B4-BE49-F238E27FC236}">
                <a16:creationId xmlns:a16="http://schemas.microsoft.com/office/drawing/2014/main" id="{A7EF036F-4C6C-F9E2-B0E2-12EB9E0322EF}"/>
              </a:ext>
            </a:extLst>
          </p:cNvPr>
          <p:cNvPicPr>
            <a:picLocks noChangeAspect="1"/>
          </p:cNvPicPr>
          <p:nvPr userDrawn="1"/>
        </p:nvPicPr>
        <p:blipFill>
          <a:blip r:embed="rId3"/>
          <a:stretch>
            <a:fillRect/>
          </a:stretch>
        </p:blipFill>
        <p:spPr>
          <a:xfrm>
            <a:off x="550862" y="5684181"/>
            <a:ext cx="2631725" cy="822101"/>
          </a:xfrm>
          <a:prstGeom prst="rect">
            <a:avLst/>
          </a:prstGeom>
        </p:spPr>
      </p:pic>
    </p:spTree>
    <p:extLst>
      <p:ext uri="{BB962C8B-B14F-4D97-AF65-F5344CB8AC3E}">
        <p14:creationId xmlns:p14="http://schemas.microsoft.com/office/powerpoint/2010/main" val="2565904613"/>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Раздел">
    <p:bg>
      <p:bgPr>
        <a:solidFill>
          <a:srgbClr val="FF0700"/>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3ADD647-E937-DDB7-075E-A04B10D338B5}"/>
              </a:ext>
            </a:extLst>
          </p:cNvPr>
          <p:cNvPicPr>
            <a:picLocks noChangeAspect="1"/>
          </p:cNvPicPr>
          <p:nvPr userDrawn="1"/>
        </p:nvPicPr>
        <p:blipFill>
          <a:blip r:embed="rId2"/>
          <a:srcRect/>
          <a:stretch/>
        </p:blipFill>
        <p:spPr>
          <a:xfrm>
            <a:off x="0" y="0"/>
            <a:ext cx="12192000" cy="6858000"/>
          </a:xfrm>
          <a:prstGeom prst="rect">
            <a:avLst/>
          </a:prstGeom>
        </p:spPr>
      </p:pic>
      <p:sp>
        <p:nvSpPr>
          <p:cNvPr id="3" name="Текст 5">
            <a:extLst>
              <a:ext uri="{FF2B5EF4-FFF2-40B4-BE49-F238E27FC236}">
                <a16:creationId xmlns:a16="http://schemas.microsoft.com/office/drawing/2014/main" id="{C0981838-80F7-BA01-DB12-C56DE4700316}"/>
              </a:ext>
            </a:extLst>
          </p:cNvPr>
          <p:cNvSpPr>
            <a:spLocks noGrp="1"/>
          </p:cNvSpPr>
          <p:nvPr>
            <p:ph type="body" sz="quarter" idx="10" hasCustomPrompt="1"/>
          </p:nvPr>
        </p:nvSpPr>
        <p:spPr>
          <a:xfrm>
            <a:off x="550863" y="512763"/>
            <a:ext cx="5468938" cy="4558001"/>
          </a:xfrm>
          <a:prstGeom prst="rect">
            <a:avLst/>
          </a:prstGeom>
        </p:spPr>
        <p:txBody>
          <a:bodyPr lIns="0" tIns="0" rIns="0" bIns="0"/>
          <a:lstStyle>
            <a:lvl1pPr>
              <a:lnSpc>
                <a:spcPct val="90000"/>
              </a:lnSpc>
              <a:spcBef>
                <a:spcPts val="0"/>
              </a:spcBef>
              <a:defRPr sz="3600" b="1" i="0" baseline="0">
                <a:solidFill>
                  <a:schemeClr val="bg1"/>
                </a:solidFill>
                <a:latin typeface="+mj-lt"/>
              </a:defRPr>
            </a:lvl1pPr>
          </a:lstStyle>
          <a:p>
            <a:pPr lvl="0"/>
            <a:r>
              <a:rPr lang="ru-RU"/>
              <a:t>Заголовок раздела.</a:t>
            </a:r>
          </a:p>
        </p:txBody>
      </p:sp>
      <p:pic>
        <p:nvPicPr>
          <p:cNvPr id="4" name="Рисунок 3">
            <a:extLst>
              <a:ext uri="{FF2B5EF4-FFF2-40B4-BE49-F238E27FC236}">
                <a16:creationId xmlns:a16="http://schemas.microsoft.com/office/drawing/2014/main" id="{C592A408-51AF-6A75-CEA1-8006E624F43C}"/>
              </a:ext>
            </a:extLst>
          </p:cNvPr>
          <p:cNvPicPr>
            <a:picLocks noChangeAspect="1"/>
          </p:cNvPicPr>
          <p:nvPr userDrawn="1"/>
        </p:nvPicPr>
        <p:blipFill>
          <a:blip r:embed="rId3"/>
          <a:stretch>
            <a:fillRect/>
          </a:stretch>
        </p:blipFill>
        <p:spPr>
          <a:xfrm>
            <a:off x="550862" y="5684181"/>
            <a:ext cx="2631725" cy="822101"/>
          </a:xfrm>
          <a:prstGeom prst="rect">
            <a:avLst/>
          </a:prstGeom>
        </p:spPr>
      </p:pic>
    </p:spTree>
    <p:extLst>
      <p:ext uri="{BB962C8B-B14F-4D97-AF65-F5344CB8AC3E}">
        <p14:creationId xmlns:p14="http://schemas.microsoft.com/office/powerpoint/2010/main" val="40902032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Раздел">
    <p:bg>
      <p:bgPr>
        <a:solidFill>
          <a:srgbClr val="091E23"/>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6648C6A-9A0A-FA66-A5C6-52215FC9D2EE}"/>
              </a:ext>
            </a:extLst>
          </p:cNvPr>
          <p:cNvPicPr>
            <a:picLocks noChangeAspect="1"/>
          </p:cNvPicPr>
          <p:nvPr userDrawn="1"/>
        </p:nvPicPr>
        <p:blipFill>
          <a:blip r:embed="rId2"/>
          <a:srcRect/>
          <a:stretch/>
        </p:blipFill>
        <p:spPr>
          <a:xfrm>
            <a:off x="0" y="0"/>
            <a:ext cx="12192000" cy="6858000"/>
          </a:xfrm>
          <a:prstGeom prst="rect">
            <a:avLst/>
          </a:prstGeom>
        </p:spPr>
      </p:pic>
      <p:sp>
        <p:nvSpPr>
          <p:cNvPr id="4" name="Текст 5">
            <a:extLst>
              <a:ext uri="{FF2B5EF4-FFF2-40B4-BE49-F238E27FC236}">
                <a16:creationId xmlns:a16="http://schemas.microsoft.com/office/drawing/2014/main" id="{A036AE3D-CC0A-55CD-F87B-D2BB4E725A0D}"/>
              </a:ext>
            </a:extLst>
          </p:cNvPr>
          <p:cNvSpPr>
            <a:spLocks noGrp="1"/>
          </p:cNvSpPr>
          <p:nvPr>
            <p:ph type="body" sz="quarter" idx="10" hasCustomPrompt="1"/>
          </p:nvPr>
        </p:nvSpPr>
        <p:spPr>
          <a:xfrm>
            <a:off x="550863" y="512763"/>
            <a:ext cx="5468938" cy="4558001"/>
          </a:xfrm>
          <a:prstGeom prst="rect">
            <a:avLst/>
          </a:prstGeom>
        </p:spPr>
        <p:txBody>
          <a:bodyPr lIns="0" tIns="0" rIns="0" bIns="0"/>
          <a:lstStyle>
            <a:lvl1pPr>
              <a:lnSpc>
                <a:spcPct val="90000"/>
              </a:lnSpc>
              <a:spcBef>
                <a:spcPts val="0"/>
              </a:spcBef>
              <a:defRPr sz="3600" b="1" i="0" baseline="0">
                <a:solidFill>
                  <a:schemeClr val="bg1"/>
                </a:solidFill>
                <a:latin typeface="+mj-lt"/>
              </a:defRPr>
            </a:lvl1pPr>
          </a:lstStyle>
          <a:p>
            <a:pPr lvl="0"/>
            <a:r>
              <a:rPr lang="ru-RU"/>
              <a:t>Заголовок раздела.</a:t>
            </a:r>
          </a:p>
        </p:txBody>
      </p:sp>
      <p:pic>
        <p:nvPicPr>
          <p:cNvPr id="3" name="Рисунок 2">
            <a:extLst>
              <a:ext uri="{FF2B5EF4-FFF2-40B4-BE49-F238E27FC236}">
                <a16:creationId xmlns:a16="http://schemas.microsoft.com/office/drawing/2014/main" id="{87AA39DC-EEB9-B494-EC7A-0B604BEBB753}"/>
              </a:ext>
            </a:extLst>
          </p:cNvPr>
          <p:cNvPicPr>
            <a:picLocks noChangeAspect="1"/>
          </p:cNvPicPr>
          <p:nvPr userDrawn="1"/>
        </p:nvPicPr>
        <p:blipFill>
          <a:blip r:embed="rId3"/>
          <a:stretch>
            <a:fillRect/>
          </a:stretch>
        </p:blipFill>
        <p:spPr>
          <a:xfrm>
            <a:off x="550862" y="5684181"/>
            <a:ext cx="2631725" cy="822101"/>
          </a:xfrm>
          <a:prstGeom prst="rect">
            <a:avLst/>
          </a:prstGeom>
        </p:spPr>
      </p:pic>
    </p:spTree>
    <p:extLst>
      <p:ext uri="{BB962C8B-B14F-4D97-AF65-F5344CB8AC3E}">
        <p14:creationId xmlns:p14="http://schemas.microsoft.com/office/powerpoint/2010/main" val="213114842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Раздел">
    <p:bg>
      <p:bgPr>
        <a:solidFill>
          <a:srgbClr val="091E23"/>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915333-C7E9-0217-86C8-C66B26B96C8B}"/>
              </a:ext>
            </a:extLst>
          </p:cNvPr>
          <p:cNvPicPr>
            <a:picLocks noChangeAspect="1"/>
          </p:cNvPicPr>
          <p:nvPr userDrawn="1"/>
        </p:nvPicPr>
        <p:blipFill>
          <a:blip r:embed="rId2"/>
          <a:srcRect/>
          <a:stretch/>
        </p:blipFill>
        <p:spPr>
          <a:xfrm>
            <a:off x="0" y="0"/>
            <a:ext cx="12192000" cy="6858000"/>
          </a:xfrm>
          <a:prstGeom prst="rect">
            <a:avLst/>
          </a:prstGeom>
        </p:spPr>
      </p:pic>
      <p:sp>
        <p:nvSpPr>
          <p:cNvPr id="2" name="Текст 5">
            <a:extLst>
              <a:ext uri="{FF2B5EF4-FFF2-40B4-BE49-F238E27FC236}">
                <a16:creationId xmlns:a16="http://schemas.microsoft.com/office/drawing/2014/main" id="{1F891ADC-0F8D-F101-716A-EB50E0B23A18}"/>
              </a:ext>
            </a:extLst>
          </p:cNvPr>
          <p:cNvSpPr>
            <a:spLocks noGrp="1"/>
          </p:cNvSpPr>
          <p:nvPr>
            <p:ph type="body" sz="quarter" idx="10" hasCustomPrompt="1"/>
          </p:nvPr>
        </p:nvSpPr>
        <p:spPr>
          <a:xfrm>
            <a:off x="550863" y="512763"/>
            <a:ext cx="5468938" cy="2318119"/>
          </a:xfrm>
          <a:prstGeom prst="rect">
            <a:avLst/>
          </a:prstGeom>
        </p:spPr>
        <p:txBody>
          <a:bodyPr lIns="0" tIns="0" rIns="0" bIns="0"/>
          <a:lstStyle>
            <a:lvl1pPr>
              <a:lnSpc>
                <a:spcPct val="90000"/>
              </a:lnSpc>
              <a:spcBef>
                <a:spcPts val="0"/>
              </a:spcBef>
              <a:defRPr sz="3000" b="1" i="0" baseline="0">
                <a:solidFill>
                  <a:schemeClr val="bg1"/>
                </a:solidFill>
                <a:latin typeface="+mj-lt"/>
              </a:defRPr>
            </a:lvl1pPr>
          </a:lstStyle>
          <a:p>
            <a:pPr lvl="0"/>
            <a:r>
              <a:rPr lang="ru-RU"/>
              <a:t>Заголовок подраздела.</a:t>
            </a:r>
            <a:br>
              <a:rPr lang="ru-RU" dirty="0"/>
            </a:br>
            <a:r>
              <a:rPr lang="ru-RU"/>
              <a:t>Шрифт </a:t>
            </a:r>
            <a:r>
              <a:rPr lang="en-US"/>
              <a:t>Arial Bold </a:t>
            </a:r>
            <a:r>
              <a:rPr lang="ru-RU"/>
              <a:t>30</a:t>
            </a:r>
          </a:p>
        </p:txBody>
      </p:sp>
      <p:pic>
        <p:nvPicPr>
          <p:cNvPr id="3" name="Рисунок 2">
            <a:extLst>
              <a:ext uri="{FF2B5EF4-FFF2-40B4-BE49-F238E27FC236}">
                <a16:creationId xmlns:a16="http://schemas.microsoft.com/office/drawing/2014/main" id="{F9D5689D-A705-B728-43E3-9D2C6E8DA5D8}"/>
              </a:ext>
            </a:extLst>
          </p:cNvPr>
          <p:cNvPicPr>
            <a:picLocks noChangeAspect="1"/>
          </p:cNvPicPr>
          <p:nvPr userDrawn="1"/>
        </p:nvPicPr>
        <p:blipFill>
          <a:blip r:embed="rId3"/>
          <a:stretch>
            <a:fillRect/>
          </a:stretch>
        </p:blipFill>
        <p:spPr>
          <a:xfrm>
            <a:off x="550864" y="6259136"/>
            <a:ext cx="1145508" cy="357835"/>
          </a:xfrm>
          <a:prstGeom prst="rect">
            <a:avLst/>
          </a:prstGeom>
        </p:spPr>
      </p:pic>
    </p:spTree>
    <p:extLst>
      <p:ext uri="{BB962C8B-B14F-4D97-AF65-F5344CB8AC3E}">
        <p14:creationId xmlns:p14="http://schemas.microsoft.com/office/powerpoint/2010/main" val="2408788271"/>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4_Подраздел">
    <p:bg>
      <p:bgPr>
        <a:solidFill>
          <a:srgbClr val="091E23"/>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FDBC2C7-B925-17FC-C4D3-5D4A9CA03764}"/>
              </a:ext>
            </a:extLst>
          </p:cNvPr>
          <p:cNvPicPr>
            <a:picLocks noChangeAspect="1"/>
          </p:cNvPicPr>
          <p:nvPr userDrawn="1"/>
        </p:nvPicPr>
        <p:blipFill>
          <a:blip r:embed="rId2"/>
          <a:srcRect/>
          <a:stretch/>
        </p:blipFill>
        <p:spPr>
          <a:xfrm>
            <a:off x="0" y="0"/>
            <a:ext cx="12192000" cy="6858000"/>
          </a:xfrm>
          <a:prstGeom prst="rect">
            <a:avLst/>
          </a:prstGeom>
        </p:spPr>
      </p:pic>
      <p:sp>
        <p:nvSpPr>
          <p:cNvPr id="3" name="Текст 5">
            <a:extLst>
              <a:ext uri="{FF2B5EF4-FFF2-40B4-BE49-F238E27FC236}">
                <a16:creationId xmlns:a16="http://schemas.microsoft.com/office/drawing/2014/main" id="{C0981838-80F7-BA01-DB12-C56DE4700316}"/>
              </a:ext>
            </a:extLst>
          </p:cNvPr>
          <p:cNvSpPr>
            <a:spLocks noGrp="1"/>
          </p:cNvSpPr>
          <p:nvPr>
            <p:ph type="body" sz="quarter" idx="10" hasCustomPrompt="1"/>
          </p:nvPr>
        </p:nvSpPr>
        <p:spPr>
          <a:xfrm>
            <a:off x="550863" y="512763"/>
            <a:ext cx="5468938" cy="2318119"/>
          </a:xfrm>
          <a:prstGeom prst="rect">
            <a:avLst/>
          </a:prstGeom>
        </p:spPr>
        <p:txBody>
          <a:bodyPr lIns="0" tIns="0" rIns="0" bIns="0"/>
          <a:lstStyle>
            <a:lvl1pPr>
              <a:lnSpc>
                <a:spcPct val="90000"/>
              </a:lnSpc>
              <a:spcBef>
                <a:spcPts val="0"/>
              </a:spcBef>
              <a:defRPr sz="3000" b="1" i="0" baseline="0">
                <a:solidFill>
                  <a:schemeClr val="bg1"/>
                </a:solidFill>
                <a:latin typeface="+mj-lt"/>
              </a:defRPr>
            </a:lvl1pPr>
          </a:lstStyle>
          <a:p>
            <a:pPr lvl="0"/>
            <a:r>
              <a:rPr lang="ru-RU"/>
              <a:t>Заголовок подраздела.</a:t>
            </a:r>
            <a:br>
              <a:rPr lang="ru-RU" dirty="0"/>
            </a:br>
            <a:r>
              <a:rPr lang="ru-RU"/>
              <a:t>Шрифт </a:t>
            </a:r>
            <a:r>
              <a:rPr lang="en-US"/>
              <a:t>Arial Bold </a:t>
            </a:r>
            <a:r>
              <a:rPr lang="ru-RU"/>
              <a:t>30</a:t>
            </a:r>
          </a:p>
        </p:txBody>
      </p:sp>
      <p:pic>
        <p:nvPicPr>
          <p:cNvPr id="5" name="Рисунок 4">
            <a:extLst>
              <a:ext uri="{FF2B5EF4-FFF2-40B4-BE49-F238E27FC236}">
                <a16:creationId xmlns:a16="http://schemas.microsoft.com/office/drawing/2014/main" id="{8D0AA88B-BD64-145F-48D9-D585841154B3}"/>
              </a:ext>
            </a:extLst>
          </p:cNvPr>
          <p:cNvPicPr>
            <a:picLocks noChangeAspect="1"/>
          </p:cNvPicPr>
          <p:nvPr userDrawn="1"/>
        </p:nvPicPr>
        <p:blipFill>
          <a:blip r:embed="rId3"/>
          <a:stretch>
            <a:fillRect/>
          </a:stretch>
        </p:blipFill>
        <p:spPr>
          <a:xfrm>
            <a:off x="550864" y="6259136"/>
            <a:ext cx="1145508" cy="357835"/>
          </a:xfrm>
          <a:prstGeom prst="rect">
            <a:avLst/>
          </a:prstGeom>
        </p:spPr>
      </p:pic>
    </p:spTree>
    <p:extLst>
      <p:ext uri="{BB962C8B-B14F-4D97-AF65-F5344CB8AC3E}">
        <p14:creationId xmlns:p14="http://schemas.microsoft.com/office/powerpoint/2010/main" val="1762571393"/>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Подраздел">
    <p:bg>
      <p:bgPr>
        <a:solidFill>
          <a:srgbClr val="FF070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F1D18E-98C0-B843-A37E-8401E0814211}"/>
              </a:ext>
            </a:extLst>
          </p:cNvPr>
          <p:cNvPicPr>
            <a:picLocks noChangeAspect="1"/>
          </p:cNvPicPr>
          <p:nvPr userDrawn="1"/>
        </p:nvPicPr>
        <p:blipFill>
          <a:blip r:embed="rId2"/>
          <a:srcRect/>
          <a:stretch/>
        </p:blipFill>
        <p:spPr>
          <a:xfrm>
            <a:off x="0" y="0"/>
            <a:ext cx="12192000" cy="6858000"/>
          </a:xfrm>
          <a:prstGeom prst="rect">
            <a:avLst/>
          </a:prstGeom>
        </p:spPr>
      </p:pic>
      <p:sp>
        <p:nvSpPr>
          <p:cNvPr id="3" name="Текст 5">
            <a:extLst>
              <a:ext uri="{FF2B5EF4-FFF2-40B4-BE49-F238E27FC236}">
                <a16:creationId xmlns:a16="http://schemas.microsoft.com/office/drawing/2014/main" id="{C0981838-80F7-BA01-DB12-C56DE4700316}"/>
              </a:ext>
            </a:extLst>
          </p:cNvPr>
          <p:cNvSpPr>
            <a:spLocks noGrp="1"/>
          </p:cNvSpPr>
          <p:nvPr>
            <p:ph type="body" sz="quarter" idx="10" hasCustomPrompt="1"/>
          </p:nvPr>
        </p:nvSpPr>
        <p:spPr>
          <a:xfrm>
            <a:off x="550863" y="512763"/>
            <a:ext cx="5468938" cy="2318119"/>
          </a:xfrm>
          <a:prstGeom prst="rect">
            <a:avLst/>
          </a:prstGeom>
        </p:spPr>
        <p:txBody>
          <a:bodyPr lIns="0" tIns="0" rIns="0" bIns="0"/>
          <a:lstStyle>
            <a:lvl1pPr>
              <a:lnSpc>
                <a:spcPct val="90000"/>
              </a:lnSpc>
              <a:spcBef>
                <a:spcPts val="0"/>
              </a:spcBef>
              <a:defRPr sz="3000" b="1" i="0" baseline="0">
                <a:solidFill>
                  <a:schemeClr val="bg1"/>
                </a:solidFill>
                <a:latin typeface="+mj-lt"/>
              </a:defRPr>
            </a:lvl1pPr>
          </a:lstStyle>
          <a:p>
            <a:pPr lvl="0"/>
            <a:r>
              <a:rPr lang="ru-RU"/>
              <a:t>Заголовок подраздела.</a:t>
            </a:r>
            <a:br>
              <a:rPr lang="ru-RU" dirty="0"/>
            </a:br>
            <a:r>
              <a:rPr lang="ru-RU"/>
              <a:t>Шрифт </a:t>
            </a:r>
            <a:r>
              <a:rPr lang="en-US"/>
              <a:t>Arial Bold </a:t>
            </a:r>
            <a:r>
              <a:rPr lang="ru-RU"/>
              <a:t>30</a:t>
            </a:r>
          </a:p>
        </p:txBody>
      </p:sp>
      <p:pic>
        <p:nvPicPr>
          <p:cNvPr id="4" name="Рисунок 3">
            <a:extLst>
              <a:ext uri="{FF2B5EF4-FFF2-40B4-BE49-F238E27FC236}">
                <a16:creationId xmlns:a16="http://schemas.microsoft.com/office/drawing/2014/main" id="{3B17588F-0BD7-8FBB-3582-1B26CE72A28C}"/>
              </a:ext>
            </a:extLst>
          </p:cNvPr>
          <p:cNvPicPr>
            <a:picLocks noChangeAspect="1"/>
          </p:cNvPicPr>
          <p:nvPr userDrawn="1"/>
        </p:nvPicPr>
        <p:blipFill>
          <a:blip r:embed="rId3"/>
          <a:stretch>
            <a:fillRect/>
          </a:stretch>
        </p:blipFill>
        <p:spPr>
          <a:xfrm>
            <a:off x="550864" y="6259136"/>
            <a:ext cx="1145508" cy="357835"/>
          </a:xfrm>
          <a:prstGeom prst="rect">
            <a:avLst/>
          </a:prstGeom>
        </p:spPr>
      </p:pic>
    </p:spTree>
    <p:extLst>
      <p:ext uri="{BB962C8B-B14F-4D97-AF65-F5344CB8AC3E}">
        <p14:creationId xmlns:p14="http://schemas.microsoft.com/office/powerpoint/2010/main" val="255858206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Подраздел">
    <p:bg>
      <p:bgPr>
        <a:solidFill>
          <a:srgbClr val="FF070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2F1D18E-98C0-B843-A37E-8401E0814211}"/>
              </a:ext>
            </a:extLst>
          </p:cNvPr>
          <p:cNvPicPr>
            <a:picLocks noChangeAspect="1"/>
          </p:cNvPicPr>
          <p:nvPr userDrawn="1"/>
        </p:nvPicPr>
        <p:blipFill>
          <a:blip r:embed="rId2"/>
          <a:srcRect/>
          <a:stretch/>
        </p:blipFill>
        <p:spPr>
          <a:xfrm>
            <a:off x="0" y="0"/>
            <a:ext cx="12192000" cy="6858000"/>
          </a:xfrm>
          <a:prstGeom prst="rect">
            <a:avLst/>
          </a:prstGeom>
        </p:spPr>
      </p:pic>
      <p:sp>
        <p:nvSpPr>
          <p:cNvPr id="3" name="Текст 5">
            <a:extLst>
              <a:ext uri="{FF2B5EF4-FFF2-40B4-BE49-F238E27FC236}">
                <a16:creationId xmlns:a16="http://schemas.microsoft.com/office/drawing/2014/main" id="{C0981838-80F7-BA01-DB12-C56DE4700316}"/>
              </a:ext>
            </a:extLst>
          </p:cNvPr>
          <p:cNvSpPr>
            <a:spLocks noGrp="1"/>
          </p:cNvSpPr>
          <p:nvPr>
            <p:ph type="body" sz="quarter" idx="10" hasCustomPrompt="1"/>
          </p:nvPr>
        </p:nvSpPr>
        <p:spPr>
          <a:xfrm>
            <a:off x="550863" y="512763"/>
            <a:ext cx="5468938" cy="2318119"/>
          </a:xfrm>
          <a:prstGeom prst="rect">
            <a:avLst/>
          </a:prstGeom>
        </p:spPr>
        <p:txBody>
          <a:bodyPr lIns="0" tIns="0" rIns="0" bIns="0"/>
          <a:lstStyle>
            <a:lvl1pPr>
              <a:lnSpc>
                <a:spcPct val="90000"/>
              </a:lnSpc>
              <a:spcBef>
                <a:spcPts val="0"/>
              </a:spcBef>
              <a:defRPr sz="3000" b="1" i="0" baseline="0">
                <a:solidFill>
                  <a:schemeClr val="bg1"/>
                </a:solidFill>
                <a:latin typeface="+mj-lt"/>
              </a:defRPr>
            </a:lvl1pPr>
          </a:lstStyle>
          <a:p>
            <a:pPr lvl="0"/>
            <a:r>
              <a:rPr lang="ru-RU"/>
              <a:t>Заголовок подраздела.</a:t>
            </a:r>
            <a:br>
              <a:rPr lang="ru-RU" dirty="0"/>
            </a:br>
            <a:r>
              <a:rPr lang="ru-RU"/>
              <a:t>Шрифт </a:t>
            </a:r>
            <a:r>
              <a:rPr lang="en-US"/>
              <a:t>Arial Bold </a:t>
            </a:r>
            <a:r>
              <a:rPr lang="ru-RU"/>
              <a:t>30</a:t>
            </a:r>
          </a:p>
        </p:txBody>
      </p:sp>
      <p:pic>
        <p:nvPicPr>
          <p:cNvPr id="4" name="Рисунок 3">
            <a:extLst>
              <a:ext uri="{FF2B5EF4-FFF2-40B4-BE49-F238E27FC236}">
                <a16:creationId xmlns:a16="http://schemas.microsoft.com/office/drawing/2014/main" id="{4385C05B-6EF5-7ABA-D525-F64F083FA9D9}"/>
              </a:ext>
            </a:extLst>
          </p:cNvPr>
          <p:cNvPicPr>
            <a:picLocks noChangeAspect="1"/>
          </p:cNvPicPr>
          <p:nvPr userDrawn="1"/>
        </p:nvPicPr>
        <p:blipFill>
          <a:blip r:embed="rId3"/>
          <a:stretch>
            <a:fillRect/>
          </a:stretch>
        </p:blipFill>
        <p:spPr>
          <a:xfrm>
            <a:off x="550864" y="6259136"/>
            <a:ext cx="1145508" cy="357835"/>
          </a:xfrm>
          <a:prstGeom prst="rect">
            <a:avLst/>
          </a:prstGeom>
        </p:spPr>
      </p:pic>
    </p:spTree>
    <p:extLst>
      <p:ext uri="{BB962C8B-B14F-4D97-AF65-F5344CB8AC3E}">
        <p14:creationId xmlns:p14="http://schemas.microsoft.com/office/powerpoint/2010/main" val="216767468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Внутренняя страница_1">
    <p:spTree>
      <p:nvGrpSpPr>
        <p:cNvPr id="1" name=""/>
        <p:cNvGrpSpPr/>
        <p:nvPr/>
      </p:nvGrpSpPr>
      <p:grpSpPr>
        <a:xfrm>
          <a:off x="0" y="0"/>
          <a:ext cx="0" cy="0"/>
          <a:chOff x="0" y="0"/>
          <a:chExt cx="0" cy="0"/>
        </a:xfrm>
      </p:grpSpPr>
      <p:sp>
        <p:nvSpPr>
          <p:cNvPr id="3" name="Текст 16">
            <a:extLst>
              <a:ext uri="{FF2B5EF4-FFF2-40B4-BE49-F238E27FC236}">
                <a16:creationId xmlns:a16="http://schemas.microsoft.com/office/drawing/2014/main" id="{69B1FF0A-667E-BBC8-3026-39C5B1A7EC49}"/>
              </a:ext>
            </a:extLst>
          </p:cNvPr>
          <p:cNvSpPr>
            <a:spLocks noGrp="1"/>
          </p:cNvSpPr>
          <p:nvPr>
            <p:ph type="body" sz="quarter" idx="15" hasCustomPrompt="1"/>
          </p:nvPr>
        </p:nvSpPr>
        <p:spPr>
          <a:xfrm>
            <a:off x="554037" y="1934651"/>
            <a:ext cx="4075113" cy="3956050"/>
          </a:xfrm>
          <a:prstGeom prst="rect">
            <a:avLst/>
          </a:prstGeom>
        </p:spPr>
        <p:txBody>
          <a:bodyPr lIns="0" tIns="0" rIns="0" bIns="0"/>
          <a:lstStyle>
            <a:lvl1pPr>
              <a:lnSpc>
                <a:spcPts val="1400"/>
              </a:lnSpc>
              <a:spcBef>
                <a:spcPts val="0"/>
              </a:spcBef>
              <a:defRPr sz="1200" baseline="0">
                <a:solidFill>
                  <a:schemeClr val="tx1"/>
                </a:solidFill>
              </a:defRPr>
            </a:lvl1pPr>
            <a:lvl2pPr>
              <a:lnSpc>
                <a:spcPts val="1400"/>
              </a:lnSpc>
              <a:defRPr sz="1200" baseline="0"/>
            </a:lvl2pPr>
            <a:lvl3pPr>
              <a:lnSpc>
                <a:spcPts val="1400"/>
              </a:lnSpc>
              <a:defRPr sz="1200" baseline="0"/>
            </a:lvl3pPr>
            <a:lvl4pPr>
              <a:lnSpc>
                <a:spcPts val="1400"/>
              </a:lnSpc>
              <a:defRPr sz="1200" baseline="0"/>
            </a:lvl4pPr>
            <a:lvl5pPr>
              <a:lnSpc>
                <a:spcPts val="1400"/>
              </a:lnSpc>
              <a:defRPr sz="1200" baseline="0"/>
            </a:lvl5pPr>
          </a:lstStyle>
          <a:p>
            <a:pPr lvl="0"/>
            <a:r>
              <a:rPr lang="ru-RU"/>
              <a:t>Основной текст. Шрифт </a:t>
            </a:r>
            <a:r>
              <a:rPr lang="en-US"/>
              <a:t>Arial Regular 12. </a:t>
            </a:r>
            <a:br>
              <a:rPr lang="ru-RU" dirty="0"/>
            </a:br>
            <a:r>
              <a:rPr lang="ru-RU"/>
              <a:t>С</a:t>
            </a:r>
            <a:r>
              <a:rPr lang="en-US"/>
              <a:t>onsectetuer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 Ut wisi</a:t>
            </a:r>
            <a:r>
              <a:rPr lang="ru-RU"/>
              <a:t> </a:t>
            </a:r>
            <a:r>
              <a:rPr lang="en-US"/>
              <a:t>enim ad minim veniam</a:t>
            </a:r>
            <a:r>
              <a:rPr lang="ru-RU"/>
              <a:t>, </a:t>
            </a:r>
            <a:r>
              <a:rPr lang="en-US"/>
              <a:t>quis</a:t>
            </a:r>
            <a:r>
              <a:rPr lang="ru-RU"/>
              <a:t> </a:t>
            </a:r>
            <a:r>
              <a:rPr lang="en-US"/>
              <a:t>nostrud</a:t>
            </a:r>
            <a:r>
              <a:rPr lang="ru-RU"/>
              <a:t> </a:t>
            </a:r>
            <a:r>
              <a:rPr lang="en-US"/>
              <a:t>exerci</a:t>
            </a:r>
            <a:r>
              <a:rPr lang="ru-RU"/>
              <a:t> </a:t>
            </a:r>
            <a:r>
              <a:rPr lang="en-US"/>
              <a:t>tation</a:t>
            </a:r>
            <a:r>
              <a:rPr lang="ru-RU"/>
              <a:t> </a:t>
            </a:r>
            <a:r>
              <a:rPr lang="en-US"/>
              <a:t>ullamcorper</a:t>
            </a:r>
            <a:r>
              <a:rPr lang="ru-RU"/>
              <a:t> </a:t>
            </a:r>
            <a:r>
              <a:rPr lang="en-US"/>
              <a:t>suscipit</a:t>
            </a:r>
            <a:r>
              <a:rPr lang="ru-RU"/>
              <a:t> </a:t>
            </a:r>
            <a:r>
              <a:rPr lang="en-US"/>
              <a:t>lobortis</a:t>
            </a:r>
            <a:r>
              <a:rPr lang="ru-RU"/>
              <a:t> </a:t>
            </a:r>
            <a:r>
              <a:rPr lang="en-US"/>
              <a:t>nisl</a:t>
            </a:r>
            <a:r>
              <a:rPr lang="ru-RU"/>
              <a:t> </a:t>
            </a:r>
            <a:r>
              <a:rPr lang="en-US"/>
              <a:t>ut</a:t>
            </a:r>
            <a:r>
              <a:rPr lang="ru-RU"/>
              <a:t> </a:t>
            </a:r>
            <a:r>
              <a:rPr lang="en-US"/>
              <a:t>aliquip ex ea</a:t>
            </a:r>
            <a:r>
              <a:rPr lang="ru-RU"/>
              <a:t> </a:t>
            </a:r>
            <a:r>
              <a:rPr lang="en-US"/>
              <a:t>commodo</a:t>
            </a:r>
            <a:r>
              <a:rPr lang="ru-RU"/>
              <a:t> </a:t>
            </a:r>
            <a:r>
              <a:rPr lang="en-US"/>
              <a:t>consequat. Duis autem vel eum</a:t>
            </a:r>
            <a:r>
              <a:rPr lang="ru-RU"/>
              <a:t> </a:t>
            </a:r>
            <a:r>
              <a:rPr lang="en-US"/>
              <a:t>iriure dolor in hendrerit in vulputate</a:t>
            </a:r>
            <a:r>
              <a:rPr lang="ru-RU"/>
              <a:t> </a:t>
            </a:r>
            <a:r>
              <a:rPr lang="en-US"/>
              <a:t>velit</a:t>
            </a:r>
            <a:r>
              <a:rPr lang="ru-RU"/>
              <a:t> </a:t>
            </a:r>
            <a:r>
              <a:rPr lang="en-US"/>
              <a:t>esse</a:t>
            </a:r>
            <a:r>
              <a:rPr lang="ru-RU"/>
              <a:t> </a:t>
            </a:r>
            <a:r>
              <a:rPr lang="en-US"/>
              <a:t>molestie</a:t>
            </a:r>
            <a:r>
              <a:rPr lang="ru-RU"/>
              <a:t> </a:t>
            </a:r>
            <a:r>
              <a:rPr lang="en-US"/>
              <a:t>consequat, vel illum dolore eu</a:t>
            </a:r>
            <a:r>
              <a:rPr lang="ru-RU"/>
              <a:t> </a:t>
            </a:r>
            <a:r>
              <a:rPr lang="en-US"/>
              <a:t>feugiat</a:t>
            </a:r>
            <a:r>
              <a:rPr lang="ru-RU"/>
              <a:t> </a:t>
            </a:r>
            <a:r>
              <a:rPr lang="en-US"/>
              <a:t>nulla</a:t>
            </a:r>
            <a:r>
              <a:rPr lang="ru-RU"/>
              <a:t> </a:t>
            </a:r>
            <a:r>
              <a:rPr lang="en-US"/>
              <a:t>facilisis at vero eros et accumsan et iusto</a:t>
            </a:r>
            <a:r>
              <a:rPr lang="ru-RU"/>
              <a:t> </a:t>
            </a:r>
            <a:r>
              <a:rPr lang="en-US"/>
              <a:t>odio</a:t>
            </a:r>
            <a:r>
              <a:rPr lang="ru-RU"/>
              <a:t> </a:t>
            </a:r>
            <a:r>
              <a:rPr lang="en-US"/>
              <a:t>dignissim qui blandit</a:t>
            </a:r>
            <a:r>
              <a:rPr lang="ru-RU"/>
              <a:t> </a:t>
            </a:r>
            <a:r>
              <a:rPr lang="en-US"/>
              <a:t>praesent</a:t>
            </a:r>
            <a:r>
              <a:rPr lang="ru-RU"/>
              <a:t> </a:t>
            </a:r>
            <a:r>
              <a:rPr lang="en-US"/>
              <a:t>luptatum</a:t>
            </a:r>
            <a:r>
              <a:rPr lang="ru-RU"/>
              <a:t> </a:t>
            </a:r>
            <a:r>
              <a:rPr lang="en-US"/>
              <a:t>zzril</a:t>
            </a:r>
            <a:r>
              <a:rPr lang="ru-RU"/>
              <a:t> </a:t>
            </a:r>
            <a:r>
              <a:rPr lang="en-US"/>
              <a:t>delenit</a:t>
            </a:r>
            <a:r>
              <a:rPr lang="ru-RU"/>
              <a:t> </a:t>
            </a:r>
            <a:r>
              <a:rPr lang="en-US"/>
              <a:t>augue</a:t>
            </a:r>
            <a:r>
              <a:rPr lang="ru-RU"/>
              <a:t> </a:t>
            </a:r>
            <a:r>
              <a:rPr lang="en-US"/>
              <a:t>duis dolore te</a:t>
            </a:r>
            <a:r>
              <a:rPr lang="ru-RU"/>
              <a:t> </a:t>
            </a:r>
            <a:r>
              <a:rPr lang="en-US"/>
              <a:t>feugait</a:t>
            </a:r>
            <a:r>
              <a:rPr lang="ru-RU"/>
              <a:t> </a:t>
            </a:r>
            <a:r>
              <a:rPr lang="en-US"/>
              <a:t>nulla</a:t>
            </a:r>
            <a:r>
              <a:rPr lang="ru-RU"/>
              <a:t> </a:t>
            </a:r>
            <a:r>
              <a:rPr lang="en-US"/>
              <a:t>facilisi</a:t>
            </a:r>
            <a:r>
              <a:rPr lang="ru-RU"/>
              <a:t>. </a:t>
            </a:r>
            <a:br>
              <a:rPr lang="ru-RU" dirty="0"/>
            </a:br>
            <a:br>
              <a:rPr lang="ru-RU" dirty="0"/>
            </a:br>
            <a:r>
              <a:rPr lang="en-US"/>
              <a:t>Lorem ipsum dolor sit amet, cons 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 Ut wisi</a:t>
            </a:r>
            <a:r>
              <a:rPr lang="ru-RU"/>
              <a:t> </a:t>
            </a:r>
            <a:r>
              <a:rPr lang="en-US"/>
              <a:t>enim ad minim veniam</a:t>
            </a:r>
            <a:r>
              <a:rPr lang="ru-RU"/>
              <a:t>, </a:t>
            </a:r>
            <a:r>
              <a:rPr lang="en-US"/>
              <a:t>quis</a:t>
            </a:r>
            <a:r>
              <a:rPr lang="ru-RU"/>
              <a:t> </a:t>
            </a:r>
            <a:r>
              <a:rPr lang="en-US"/>
              <a:t>nostrud</a:t>
            </a:r>
            <a:r>
              <a:rPr lang="ru-RU"/>
              <a:t> </a:t>
            </a:r>
            <a:r>
              <a:rPr lang="en-US"/>
              <a:t>exerci</a:t>
            </a:r>
            <a:r>
              <a:rPr lang="ru-RU"/>
              <a:t> </a:t>
            </a:r>
            <a:r>
              <a:rPr lang="en-US"/>
              <a:t>tation</a:t>
            </a:r>
            <a:r>
              <a:rPr lang="ru-RU"/>
              <a:t> </a:t>
            </a:r>
            <a:r>
              <a:rPr lang="en-US"/>
              <a:t>ullamcorper</a:t>
            </a:r>
            <a:r>
              <a:rPr lang="ru-RU"/>
              <a:t> </a:t>
            </a:r>
            <a:r>
              <a:rPr lang="en-US"/>
              <a:t>suscipit</a:t>
            </a:r>
            <a:r>
              <a:rPr lang="ru-RU"/>
              <a:t> </a:t>
            </a:r>
            <a:r>
              <a:rPr lang="en-US"/>
              <a:t>lobortis</a:t>
            </a:r>
            <a:r>
              <a:rPr lang="ru-RU"/>
              <a:t> </a:t>
            </a:r>
            <a:r>
              <a:rPr lang="en-US"/>
              <a:t>nisl</a:t>
            </a:r>
            <a:r>
              <a:rPr lang="ru-RU"/>
              <a:t> </a:t>
            </a:r>
            <a:r>
              <a:rPr lang="en-US"/>
              <a:t>ut</a:t>
            </a:r>
            <a:r>
              <a:rPr lang="ru-RU"/>
              <a:t> </a:t>
            </a:r>
            <a:r>
              <a:rPr lang="en-US"/>
              <a:t>aliquip ex ea</a:t>
            </a:r>
            <a:r>
              <a:rPr lang="ru-RU"/>
              <a:t> </a:t>
            </a:r>
            <a:r>
              <a:rPr lang="en-US"/>
              <a:t>commodo</a:t>
            </a:r>
            <a:r>
              <a:rPr lang="ru-RU"/>
              <a:t> </a:t>
            </a:r>
            <a:r>
              <a:rPr lang="en-US"/>
              <a:t>consequat</a:t>
            </a:r>
            <a:r>
              <a:rPr lang="ru-RU"/>
              <a:t>. </a:t>
            </a:r>
            <a:r>
              <a:rPr lang="en-US"/>
              <a:t>Lorem ipsum dolor sit amet</a:t>
            </a:r>
            <a:r>
              <a:rPr lang="ru-RU"/>
              <a:t>, </a:t>
            </a:r>
            <a:r>
              <a:rPr lang="en-US"/>
              <a:t>consectetuer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a:t>
            </a:r>
            <a:r>
              <a:rPr lang="ru-RU"/>
              <a:t>. </a:t>
            </a:r>
            <a:br>
              <a:rPr lang="ru-RU" dirty="0"/>
            </a:br>
            <a:endParaRPr lang="ru-RU"/>
          </a:p>
        </p:txBody>
      </p:sp>
      <p:sp>
        <p:nvSpPr>
          <p:cNvPr id="6" name="Номер слайда 5">
            <a:extLst>
              <a:ext uri="{FF2B5EF4-FFF2-40B4-BE49-F238E27FC236}">
                <a16:creationId xmlns:a16="http://schemas.microsoft.com/office/drawing/2014/main" id="{29BAF534-2BC1-CEB2-12DB-DBA45C0EA0ED}"/>
              </a:ext>
            </a:extLst>
          </p:cNvPr>
          <p:cNvSpPr>
            <a:spLocks noGrp="1"/>
          </p:cNvSpPr>
          <p:nvPr>
            <p:ph type="sldNum" sz="quarter" idx="4"/>
          </p:nvPr>
        </p:nvSpPr>
        <p:spPr>
          <a:xfrm>
            <a:off x="11342050" y="6362699"/>
            <a:ext cx="485775" cy="266700"/>
          </a:xfrm>
          <a:prstGeom prst="rect">
            <a:avLst/>
          </a:prstGeom>
        </p:spPr>
        <p:txBody>
          <a:bodyPr lIns="0" tIns="0" rIns="0" bIns="0" anchor="b" anchorCtr="0"/>
          <a:lstStyle>
            <a:lvl1pPr algn="r">
              <a:defRPr sz="900">
                <a:solidFill>
                  <a:schemeClr val="tx1"/>
                </a:solidFill>
                <a:latin typeface="Arial" panose="020B0604020202020204" pitchFamily="34" charset="0"/>
                <a:cs typeface="Arial" panose="020B0604020202020204" pitchFamily="34" charset="0"/>
              </a:defRPr>
            </a:lvl1pPr>
          </a:lstStyle>
          <a:p>
            <a:fld id="{527D41D6-7756-D84E-A787-9DAD2BF0F149}" type="slidenum">
              <a:rPr lang="ru-RU" smtClean="0"/>
              <a:pPr/>
              <a:t>‹#›</a:t>
            </a:fld>
            <a:endParaRPr lang="ru-RU"/>
          </a:p>
        </p:txBody>
      </p:sp>
      <p:sp>
        <p:nvSpPr>
          <p:cNvPr id="13" name="Рисунок 4">
            <a:extLst>
              <a:ext uri="{FF2B5EF4-FFF2-40B4-BE49-F238E27FC236}">
                <a16:creationId xmlns:a16="http://schemas.microsoft.com/office/drawing/2014/main" id="{ED29ABB3-204F-4660-39B6-A3914127D8D1}"/>
              </a:ext>
            </a:extLst>
          </p:cNvPr>
          <p:cNvSpPr>
            <a:spLocks noGrp="1"/>
          </p:cNvSpPr>
          <p:nvPr>
            <p:ph type="pic" sz="quarter" idx="16"/>
          </p:nvPr>
        </p:nvSpPr>
        <p:spPr>
          <a:xfrm>
            <a:off x="6172200" y="1934651"/>
            <a:ext cx="5476875" cy="3956050"/>
          </a:xfrm>
          <a:prstGeom prst="rect">
            <a:avLst/>
          </a:prstGeom>
        </p:spPr>
        <p:txBody>
          <a:bodyPr/>
          <a:lstStyle>
            <a:lvl1pPr>
              <a:defRPr>
                <a:solidFill>
                  <a:schemeClr val="tx1"/>
                </a:solidFill>
              </a:defRPr>
            </a:lvl1pPr>
          </a:lstStyle>
          <a:p>
            <a:endParaRPr lang="ru-RU"/>
          </a:p>
        </p:txBody>
      </p:sp>
      <p:sp>
        <p:nvSpPr>
          <p:cNvPr id="8" name="Текст 5">
            <a:extLst>
              <a:ext uri="{FF2B5EF4-FFF2-40B4-BE49-F238E27FC236}">
                <a16:creationId xmlns:a16="http://schemas.microsoft.com/office/drawing/2014/main" id="{BC5809D7-6169-42C4-8E87-D94D02BF163C}"/>
              </a:ext>
            </a:extLst>
          </p:cNvPr>
          <p:cNvSpPr>
            <a:spLocks noGrp="1"/>
          </p:cNvSpPr>
          <p:nvPr>
            <p:ph type="body" sz="quarter" idx="10" hasCustomPrompt="1"/>
          </p:nvPr>
        </p:nvSpPr>
        <p:spPr>
          <a:xfrm>
            <a:off x="364175" y="225092"/>
            <a:ext cx="11463650" cy="660733"/>
          </a:xfrm>
          <a:prstGeom prst="rect">
            <a:avLst/>
          </a:prstGeom>
        </p:spPr>
        <p:txBody>
          <a:bodyPr lIns="0" tIns="0" rIns="0" bIns="0"/>
          <a:lstStyle>
            <a:lvl1pPr>
              <a:lnSpc>
                <a:spcPct val="90000"/>
              </a:lnSpc>
              <a:spcBef>
                <a:spcPts val="0"/>
              </a:spcBef>
              <a:defRPr sz="2400" b="1" i="0" baseline="0">
                <a:solidFill>
                  <a:schemeClr val="tx1"/>
                </a:solidFill>
                <a:latin typeface="+mj-lt"/>
              </a:defRPr>
            </a:lvl1pPr>
          </a:lstStyle>
          <a:p>
            <a:pPr lvl="0"/>
            <a:r>
              <a:rPr lang="ru-RU"/>
              <a:t>Заголовок слайда в две строки</a:t>
            </a:r>
            <a:br>
              <a:rPr lang="ru-RU" dirty="0"/>
            </a:br>
            <a:r>
              <a:rPr lang="ru-RU"/>
              <a:t>Шрифт </a:t>
            </a:r>
            <a:r>
              <a:rPr lang="en-US"/>
              <a:t>Arial Bold </a:t>
            </a:r>
            <a:r>
              <a:rPr lang="ru-RU"/>
              <a:t>24</a:t>
            </a:r>
          </a:p>
        </p:txBody>
      </p:sp>
      <p:sp>
        <p:nvSpPr>
          <p:cNvPr id="9" name="Текст 3">
            <a:extLst>
              <a:ext uri="{FF2B5EF4-FFF2-40B4-BE49-F238E27FC236}">
                <a16:creationId xmlns:a16="http://schemas.microsoft.com/office/drawing/2014/main" id="{EAB62C6A-5402-41DD-9134-E5CFC828EFA3}"/>
              </a:ext>
            </a:extLst>
          </p:cNvPr>
          <p:cNvSpPr>
            <a:spLocks noGrp="1"/>
          </p:cNvSpPr>
          <p:nvPr>
            <p:ph type="body" sz="quarter" idx="17" hasCustomPrompt="1"/>
          </p:nvPr>
        </p:nvSpPr>
        <p:spPr>
          <a:xfrm>
            <a:off x="1619251" y="6238124"/>
            <a:ext cx="9277350" cy="391275"/>
          </a:xfrm>
          <a:prstGeom prst="rect">
            <a:avLst/>
          </a:prstGeom>
        </p:spPr>
        <p:txBody>
          <a:bodyPr lIns="0" tIns="0"/>
          <a:lstStyle>
            <a:lvl1pPr>
              <a:defRPr sz="900">
                <a:solidFill>
                  <a:schemeClr val="tx1"/>
                </a:solidFill>
              </a:defRPr>
            </a:lvl1pPr>
          </a:lstStyle>
          <a:p>
            <a:pPr lvl="0"/>
            <a:r>
              <a:rPr lang="ru-RU"/>
              <a:t>Сноска. Шрифт </a:t>
            </a:r>
            <a:r>
              <a:rPr lang="en-US"/>
              <a:t>Arial Regular </a:t>
            </a:r>
            <a:r>
              <a:rPr lang="ru-RU"/>
              <a:t>9</a:t>
            </a:r>
          </a:p>
        </p:txBody>
      </p:sp>
    </p:spTree>
    <p:extLst>
      <p:ext uri="{BB962C8B-B14F-4D97-AF65-F5344CB8AC3E}">
        <p14:creationId xmlns:p14="http://schemas.microsoft.com/office/powerpoint/2010/main" val="213405479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Внутренняя страница_3">
    <p:spTree>
      <p:nvGrpSpPr>
        <p:cNvPr id="1" name=""/>
        <p:cNvGrpSpPr/>
        <p:nvPr/>
      </p:nvGrpSpPr>
      <p:grpSpPr>
        <a:xfrm>
          <a:off x="0" y="0"/>
          <a:ext cx="0" cy="0"/>
          <a:chOff x="0" y="0"/>
          <a:chExt cx="0" cy="0"/>
        </a:xfrm>
      </p:grpSpPr>
      <p:sp>
        <p:nvSpPr>
          <p:cNvPr id="3" name="Текст 16">
            <a:extLst>
              <a:ext uri="{FF2B5EF4-FFF2-40B4-BE49-F238E27FC236}">
                <a16:creationId xmlns:a16="http://schemas.microsoft.com/office/drawing/2014/main" id="{69B1FF0A-667E-BBC8-3026-39C5B1A7EC49}"/>
              </a:ext>
            </a:extLst>
          </p:cNvPr>
          <p:cNvSpPr>
            <a:spLocks noGrp="1"/>
          </p:cNvSpPr>
          <p:nvPr>
            <p:ph type="body" sz="quarter" idx="15" hasCustomPrompt="1"/>
          </p:nvPr>
        </p:nvSpPr>
        <p:spPr>
          <a:xfrm>
            <a:off x="542925" y="2328240"/>
            <a:ext cx="4075113" cy="3448126"/>
          </a:xfrm>
          <a:prstGeom prst="rect">
            <a:avLst/>
          </a:prstGeom>
        </p:spPr>
        <p:txBody>
          <a:bodyPr lIns="0" tIns="0" rIns="0" bIns="0"/>
          <a:lstStyle>
            <a:lvl1pPr>
              <a:lnSpc>
                <a:spcPts val="1400"/>
              </a:lnSpc>
              <a:spcBef>
                <a:spcPts val="0"/>
              </a:spcBef>
              <a:defRPr sz="1200" baseline="0">
                <a:solidFill>
                  <a:schemeClr val="tx1"/>
                </a:solidFill>
              </a:defRPr>
            </a:lvl1pPr>
            <a:lvl2pPr>
              <a:lnSpc>
                <a:spcPts val="1400"/>
              </a:lnSpc>
              <a:defRPr sz="1200" baseline="0"/>
            </a:lvl2pPr>
            <a:lvl3pPr>
              <a:lnSpc>
                <a:spcPts val="1400"/>
              </a:lnSpc>
              <a:defRPr sz="1200" baseline="0"/>
            </a:lvl3pPr>
            <a:lvl4pPr>
              <a:lnSpc>
                <a:spcPts val="1400"/>
              </a:lnSpc>
              <a:defRPr sz="1200" baseline="0"/>
            </a:lvl4pPr>
            <a:lvl5pPr>
              <a:lnSpc>
                <a:spcPts val="1400"/>
              </a:lnSpc>
              <a:defRPr sz="1200" baseline="0"/>
            </a:lvl5pPr>
          </a:lstStyle>
          <a:p>
            <a:pPr lvl="0"/>
            <a:r>
              <a:rPr lang="ru-RU"/>
              <a:t>Основной текст. Шрифт </a:t>
            </a:r>
            <a:r>
              <a:rPr lang="en-US"/>
              <a:t>Arial Regular 12. </a:t>
            </a:r>
            <a:br>
              <a:rPr lang="ru-RU" dirty="0"/>
            </a:br>
            <a:r>
              <a:rPr lang="ru-RU"/>
              <a:t>С</a:t>
            </a:r>
            <a:r>
              <a:rPr lang="en-US"/>
              <a:t>onsectetuer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 Ut wisi</a:t>
            </a:r>
            <a:r>
              <a:rPr lang="ru-RU"/>
              <a:t> </a:t>
            </a:r>
            <a:r>
              <a:rPr lang="en-US"/>
              <a:t>enim ad minim veniam</a:t>
            </a:r>
            <a:r>
              <a:rPr lang="ru-RU"/>
              <a:t>, </a:t>
            </a:r>
            <a:r>
              <a:rPr lang="en-US"/>
              <a:t>quis</a:t>
            </a:r>
            <a:r>
              <a:rPr lang="ru-RU"/>
              <a:t> </a:t>
            </a:r>
            <a:r>
              <a:rPr lang="en-US"/>
              <a:t>nostrud</a:t>
            </a:r>
            <a:r>
              <a:rPr lang="ru-RU"/>
              <a:t> </a:t>
            </a:r>
            <a:r>
              <a:rPr lang="en-US"/>
              <a:t>exerci</a:t>
            </a:r>
            <a:r>
              <a:rPr lang="ru-RU"/>
              <a:t> </a:t>
            </a:r>
            <a:r>
              <a:rPr lang="en-US"/>
              <a:t>tation</a:t>
            </a:r>
            <a:r>
              <a:rPr lang="ru-RU"/>
              <a:t> </a:t>
            </a:r>
            <a:r>
              <a:rPr lang="en-US"/>
              <a:t>ullamcorper</a:t>
            </a:r>
            <a:r>
              <a:rPr lang="ru-RU"/>
              <a:t> </a:t>
            </a:r>
            <a:r>
              <a:rPr lang="en-US"/>
              <a:t>suscipit</a:t>
            </a:r>
            <a:r>
              <a:rPr lang="ru-RU"/>
              <a:t> </a:t>
            </a:r>
            <a:r>
              <a:rPr lang="en-US"/>
              <a:t>lobortis</a:t>
            </a:r>
            <a:r>
              <a:rPr lang="ru-RU"/>
              <a:t> </a:t>
            </a:r>
            <a:r>
              <a:rPr lang="en-US"/>
              <a:t>nisl</a:t>
            </a:r>
            <a:r>
              <a:rPr lang="ru-RU"/>
              <a:t> </a:t>
            </a:r>
            <a:r>
              <a:rPr lang="en-US"/>
              <a:t>ut</a:t>
            </a:r>
            <a:r>
              <a:rPr lang="ru-RU"/>
              <a:t> </a:t>
            </a:r>
            <a:r>
              <a:rPr lang="en-US"/>
              <a:t>aliquip ex ea</a:t>
            </a:r>
            <a:r>
              <a:rPr lang="ru-RU"/>
              <a:t> </a:t>
            </a:r>
            <a:r>
              <a:rPr lang="en-US"/>
              <a:t>commodo</a:t>
            </a:r>
            <a:r>
              <a:rPr lang="ru-RU"/>
              <a:t> </a:t>
            </a:r>
            <a:r>
              <a:rPr lang="en-US"/>
              <a:t>consequat. Duis autem vel eum</a:t>
            </a:r>
            <a:r>
              <a:rPr lang="ru-RU"/>
              <a:t> </a:t>
            </a:r>
            <a:r>
              <a:rPr lang="en-US"/>
              <a:t>iriure dolor in hendrerit in vulputate</a:t>
            </a:r>
            <a:r>
              <a:rPr lang="ru-RU"/>
              <a:t> </a:t>
            </a:r>
            <a:r>
              <a:rPr lang="en-US"/>
              <a:t>velit</a:t>
            </a:r>
            <a:r>
              <a:rPr lang="ru-RU"/>
              <a:t> </a:t>
            </a:r>
            <a:r>
              <a:rPr lang="en-US"/>
              <a:t>esse</a:t>
            </a:r>
            <a:r>
              <a:rPr lang="ru-RU"/>
              <a:t> </a:t>
            </a:r>
            <a:r>
              <a:rPr lang="en-US"/>
              <a:t>molestie</a:t>
            </a:r>
            <a:r>
              <a:rPr lang="ru-RU"/>
              <a:t> </a:t>
            </a:r>
            <a:r>
              <a:rPr lang="en-US"/>
              <a:t>consequat, vel illum dolore eu</a:t>
            </a:r>
            <a:r>
              <a:rPr lang="ru-RU"/>
              <a:t> </a:t>
            </a:r>
            <a:r>
              <a:rPr lang="en-US"/>
              <a:t>feugiat</a:t>
            </a:r>
            <a:r>
              <a:rPr lang="ru-RU"/>
              <a:t> </a:t>
            </a:r>
            <a:r>
              <a:rPr lang="en-US"/>
              <a:t>nulla</a:t>
            </a:r>
            <a:r>
              <a:rPr lang="ru-RU"/>
              <a:t> </a:t>
            </a:r>
            <a:r>
              <a:rPr lang="en-US"/>
              <a:t>facilisis at vero eros et accumsan et iusto</a:t>
            </a:r>
            <a:r>
              <a:rPr lang="ru-RU"/>
              <a:t> </a:t>
            </a:r>
            <a:r>
              <a:rPr lang="en-US"/>
              <a:t>odio</a:t>
            </a:r>
            <a:r>
              <a:rPr lang="ru-RU"/>
              <a:t> </a:t>
            </a:r>
            <a:r>
              <a:rPr lang="en-US"/>
              <a:t>dignissim qui blandit</a:t>
            </a:r>
            <a:r>
              <a:rPr lang="ru-RU"/>
              <a:t> </a:t>
            </a:r>
            <a:r>
              <a:rPr lang="en-US"/>
              <a:t>praesent</a:t>
            </a:r>
            <a:r>
              <a:rPr lang="ru-RU"/>
              <a:t> </a:t>
            </a:r>
            <a:r>
              <a:rPr lang="en-US"/>
              <a:t>luptatum</a:t>
            </a:r>
            <a:r>
              <a:rPr lang="ru-RU"/>
              <a:t> </a:t>
            </a:r>
            <a:r>
              <a:rPr lang="en-US"/>
              <a:t>zzril</a:t>
            </a:r>
            <a:r>
              <a:rPr lang="ru-RU"/>
              <a:t> </a:t>
            </a:r>
            <a:r>
              <a:rPr lang="en-US"/>
              <a:t>delenit</a:t>
            </a:r>
            <a:r>
              <a:rPr lang="ru-RU"/>
              <a:t> </a:t>
            </a:r>
            <a:r>
              <a:rPr lang="en-US"/>
              <a:t>augue</a:t>
            </a:r>
            <a:r>
              <a:rPr lang="ru-RU"/>
              <a:t> </a:t>
            </a:r>
            <a:r>
              <a:rPr lang="en-US"/>
              <a:t>duis dolore te</a:t>
            </a:r>
            <a:r>
              <a:rPr lang="ru-RU"/>
              <a:t> </a:t>
            </a:r>
            <a:r>
              <a:rPr lang="en-US"/>
              <a:t>feugait</a:t>
            </a:r>
            <a:r>
              <a:rPr lang="ru-RU"/>
              <a:t> </a:t>
            </a:r>
            <a:r>
              <a:rPr lang="en-US"/>
              <a:t>nulla</a:t>
            </a:r>
            <a:r>
              <a:rPr lang="ru-RU"/>
              <a:t> </a:t>
            </a:r>
            <a:r>
              <a:rPr lang="en-US"/>
              <a:t>facilisi</a:t>
            </a:r>
            <a:r>
              <a:rPr lang="ru-RU"/>
              <a:t>. </a:t>
            </a:r>
            <a:br>
              <a:rPr lang="ru-RU" dirty="0"/>
            </a:br>
            <a:br>
              <a:rPr lang="ru-RU" dirty="0"/>
            </a:br>
            <a:r>
              <a:rPr lang="en-US"/>
              <a:t>Lorem ipsum dolor sit amet, cons 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 Ut wisi</a:t>
            </a:r>
            <a:r>
              <a:rPr lang="ru-RU"/>
              <a:t> </a:t>
            </a:r>
            <a:r>
              <a:rPr lang="en-US"/>
              <a:t>enim ad minim veniam</a:t>
            </a:r>
            <a:r>
              <a:rPr lang="ru-RU"/>
              <a:t>, </a:t>
            </a:r>
            <a:r>
              <a:rPr lang="en-US"/>
              <a:t>quis</a:t>
            </a:r>
            <a:r>
              <a:rPr lang="ru-RU"/>
              <a:t> </a:t>
            </a:r>
            <a:r>
              <a:rPr lang="en-US"/>
              <a:t>nostrud</a:t>
            </a:r>
            <a:r>
              <a:rPr lang="ru-RU"/>
              <a:t> </a:t>
            </a:r>
            <a:r>
              <a:rPr lang="en-US"/>
              <a:t>exerci</a:t>
            </a:r>
            <a:r>
              <a:rPr lang="ru-RU"/>
              <a:t> </a:t>
            </a:r>
            <a:r>
              <a:rPr lang="en-US"/>
              <a:t>tation</a:t>
            </a:r>
            <a:r>
              <a:rPr lang="ru-RU"/>
              <a:t> </a:t>
            </a:r>
            <a:r>
              <a:rPr lang="en-US"/>
              <a:t>ullamcorper</a:t>
            </a:r>
            <a:r>
              <a:rPr lang="ru-RU"/>
              <a:t> </a:t>
            </a:r>
            <a:r>
              <a:rPr lang="en-US"/>
              <a:t>suscipit</a:t>
            </a:r>
            <a:r>
              <a:rPr lang="ru-RU"/>
              <a:t> </a:t>
            </a:r>
            <a:r>
              <a:rPr lang="en-US"/>
              <a:t>lobortis</a:t>
            </a:r>
            <a:r>
              <a:rPr lang="ru-RU"/>
              <a:t> </a:t>
            </a:r>
            <a:r>
              <a:rPr lang="en-US"/>
              <a:t>nisl</a:t>
            </a:r>
            <a:r>
              <a:rPr lang="ru-RU"/>
              <a:t> </a:t>
            </a:r>
            <a:r>
              <a:rPr lang="en-US"/>
              <a:t>ut</a:t>
            </a:r>
            <a:r>
              <a:rPr lang="ru-RU"/>
              <a:t> </a:t>
            </a:r>
            <a:r>
              <a:rPr lang="en-US"/>
              <a:t>aliquip ex ea</a:t>
            </a:r>
            <a:r>
              <a:rPr lang="ru-RU"/>
              <a:t> </a:t>
            </a:r>
            <a:r>
              <a:rPr lang="en-US"/>
              <a:t>commodo</a:t>
            </a:r>
            <a:r>
              <a:rPr lang="ru-RU"/>
              <a:t> </a:t>
            </a:r>
            <a:r>
              <a:rPr lang="en-US"/>
              <a:t>consequat</a:t>
            </a:r>
            <a:r>
              <a:rPr lang="ru-RU"/>
              <a:t>. </a:t>
            </a:r>
            <a:r>
              <a:rPr lang="en-US"/>
              <a:t>Lorem ipsum dolor sit amet</a:t>
            </a:r>
            <a:r>
              <a:rPr lang="ru-RU"/>
              <a:t>, </a:t>
            </a:r>
            <a:r>
              <a:rPr lang="en-US"/>
              <a:t>consectetuer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a:t>
            </a:r>
            <a:r>
              <a:rPr lang="ru-RU"/>
              <a:t>. </a:t>
            </a:r>
            <a:br>
              <a:rPr lang="ru-RU" dirty="0"/>
            </a:br>
            <a:endParaRPr lang="ru-RU"/>
          </a:p>
        </p:txBody>
      </p:sp>
      <p:sp>
        <p:nvSpPr>
          <p:cNvPr id="9" name="Текст 3">
            <a:extLst>
              <a:ext uri="{FF2B5EF4-FFF2-40B4-BE49-F238E27FC236}">
                <a16:creationId xmlns:a16="http://schemas.microsoft.com/office/drawing/2014/main" id="{BF82D38E-A9A2-4CC6-8EB2-4B1E5F555756}"/>
              </a:ext>
            </a:extLst>
          </p:cNvPr>
          <p:cNvSpPr>
            <a:spLocks noGrp="1"/>
          </p:cNvSpPr>
          <p:nvPr>
            <p:ph type="body" sz="quarter" idx="17" hasCustomPrompt="1"/>
          </p:nvPr>
        </p:nvSpPr>
        <p:spPr>
          <a:xfrm>
            <a:off x="1619251" y="6238124"/>
            <a:ext cx="9277350" cy="391275"/>
          </a:xfrm>
          <a:prstGeom prst="rect">
            <a:avLst/>
          </a:prstGeom>
        </p:spPr>
        <p:txBody>
          <a:bodyPr lIns="0" tIns="0"/>
          <a:lstStyle>
            <a:lvl1pPr>
              <a:defRPr sz="900">
                <a:solidFill>
                  <a:schemeClr val="tx1"/>
                </a:solidFill>
              </a:defRPr>
            </a:lvl1pPr>
          </a:lstStyle>
          <a:p>
            <a:pPr lvl="0"/>
            <a:r>
              <a:rPr lang="ru-RU"/>
              <a:t>Сноска. Шрифт </a:t>
            </a:r>
            <a:r>
              <a:rPr lang="en-US"/>
              <a:t>Arial Regular </a:t>
            </a:r>
            <a:r>
              <a:rPr lang="ru-RU"/>
              <a:t>9</a:t>
            </a:r>
          </a:p>
        </p:txBody>
      </p:sp>
      <p:sp>
        <p:nvSpPr>
          <p:cNvPr id="11" name="Номер слайда 5">
            <a:extLst>
              <a:ext uri="{FF2B5EF4-FFF2-40B4-BE49-F238E27FC236}">
                <a16:creationId xmlns:a16="http://schemas.microsoft.com/office/drawing/2014/main" id="{40CAF06F-3325-4AD7-91BD-4B80720C658F}"/>
              </a:ext>
            </a:extLst>
          </p:cNvPr>
          <p:cNvSpPr>
            <a:spLocks noGrp="1"/>
          </p:cNvSpPr>
          <p:nvPr>
            <p:ph type="sldNum" sz="quarter" idx="4"/>
          </p:nvPr>
        </p:nvSpPr>
        <p:spPr>
          <a:xfrm>
            <a:off x="11342050" y="6362699"/>
            <a:ext cx="485775" cy="266700"/>
          </a:xfrm>
          <a:prstGeom prst="rect">
            <a:avLst/>
          </a:prstGeom>
        </p:spPr>
        <p:txBody>
          <a:bodyPr lIns="0" tIns="0" rIns="0" bIns="0" anchor="b" anchorCtr="0"/>
          <a:lstStyle>
            <a:lvl1pPr algn="r">
              <a:defRPr sz="900">
                <a:solidFill>
                  <a:schemeClr val="tx1"/>
                </a:solidFill>
                <a:latin typeface="Arial" panose="020B0604020202020204" pitchFamily="34" charset="0"/>
                <a:cs typeface="Arial" panose="020B0604020202020204" pitchFamily="34" charset="0"/>
              </a:defRPr>
            </a:lvl1pPr>
          </a:lstStyle>
          <a:p>
            <a:fld id="{527D41D6-7756-D84E-A787-9DAD2BF0F149}" type="slidenum">
              <a:rPr lang="ru-RU" smtClean="0"/>
              <a:pPr/>
              <a:t>‹#›</a:t>
            </a:fld>
            <a:endParaRPr lang="ru-RU"/>
          </a:p>
        </p:txBody>
      </p:sp>
      <p:sp>
        <p:nvSpPr>
          <p:cNvPr id="13" name="Текст 5">
            <a:extLst>
              <a:ext uri="{FF2B5EF4-FFF2-40B4-BE49-F238E27FC236}">
                <a16:creationId xmlns:a16="http://schemas.microsoft.com/office/drawing/2014/main" id="{FC70EEEC-1E74-4F17-A746-B7114BB4E00B}"/>
              </a:ext>
            </a:extLst>
          </p:cNvPr>
          <p:cNvSpPr>
            <a:spLocks noGrp="1"/>
          </p:cNvSpPr>
          <p:nvPr>
            <p:ph type="body" sz="quarter" idx="10" hasCustomPrompt="1"/>
          </p:nvPr>
        </p:nvSpPr>
        <p:spPr>
          <a:xfrm>
            <a:off x="364175" y="225092"/>
            <a:ext cx="11463650" cy="660733"/>
          </a:xfrm>
          <a:prstGeom prst="rect">
            <a:avLst/>
          </a:prstGeom>
        </p:spPr>
        <p:txBody>
          <a:bodyPr lIns="0" tIns="0" rIns="0" bIns="0"/>
          <a:lstStyle>
            <a:lvl1pPr>
              <a:lnSpc>
                <a:spcPct val="90000"/>
              </a:lnSpc>
              <a:spcBef>
                <a:spcPts val="0"/>
              </a:spcBef>
              <a:defRPr sz="2400" b="1" i="0" baseline="0">
                <a:solidFill>
                  <a:schemeClr val="tx1"/>
                </a:solidFill>
                <a:latin typeface="+mj-lt"/>
              </a:defRPr>
            </a:lvl1pPr>
          </a:lstStyle>
          <a:p>
            <a:pPr lvl="0"/>
            <a:r>
              <a:rPr lang="ru-RU"/>
              <a:t>Заголовок слайда в две строки</a:t>
            </a:r>
            <a:br>
              <a:rPr lang="ru-RU" dirty="0"/>
            </a:br>
            <a:r>
              <a:rPr lang="ru-RU"/>
              <a:t>Шрифт </a:t>
            </a:r>
            <a:r>
              <a:rPr lang="en-US"/>
              <a:t>Arial Bold </a:t>
            </a:r>
            <a:r>
              <a:rPr lang="ru-RU"/>
              <a:t>24</a:t>
            </a:r>
          </a:p>
        </p:txBody>
      </p:sp>
    </p:spTree>
    <p:extLst>
      <p:ext uri="{BB962C8B-B14F-4D97-AF65-F5344CB8AC3E}">
        <p14:creationId xmlns:p14="http://schemas.microsoft.com/office/powerpoint/2010/main" val="77855085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Внутренняя страница_4">
    <p:spTree>
      <p:nvGrpSpPr>
        <p:cNvPr id="1" name=""/>
        <p:cNvGrpSpPr/>
        <p:nvPr/>
      </p:nvGrpSpPr>
      <p:grpSpPr>
        <a:xfrm>
          <a:off x="0" y="0"/>
          <a:ext cx="0" cy="0"/>
          <a:chOff x="0" y="0"/>
          <a:chExt cx="0" cy="0"/>
        </a:xfrm>
      </p:grpSpPr>
      <p:sp>
        <p:nvSpPr>
          <p:cNvPr id="9" name="Текст 16">
            <a:extLst>
              <a:ext uri="{FF2B5EF4-FFF2-40B4-BE49-F238E27FC236}">
                <a16:creationId xmlns:a16="http://schemas.microsoft.com/office/drawing/2014/main" id="{A2706742-AF2A-DC61-1BFC-8976C9A5F3FC}"/>
              </a:ext>
            </a:extLst>
          </p:cNvPr>
          <p:cNvSpPr>
            <a:spLocks noGrp="1"/>
          </p:cNvSpPr>
          <p:nvPr>
            <p:ph type="body" sz="quarter" idx="15" hasCustomPrompt="1"/>
          </p:nvPr>
        </p:nvSpPr>
        <p:spPr>
          <a:xfrm>
            <a:off x="554037" y="1934651"/>
            <a:ext cx="5481638" cy="3956050"/>
          </a:xfrm>
          <a:prstGeom prst="rect">
            <a:avLst/>
          </a:prstGeom>
        </p:spPr>
        <p:txBody>
          <a:bodyPr lIns="0" tIns="0" rIns="0" bIns="0"/>
          <a:lstStyle>
            <a:lvl1pPr>
              <a:lnSpc>
                <a:spcPts val="1400"/>
              </a:lnSpc>
              <a:spcBef>
                <a:spcPts val="0"/>
              </a:spcBef>
              <a:defRPr sz="1200" baseline="0">
                <a:solidFill>
                  <a:schemeClr val="tx1"/>
                </a:solidFill>
              </a:defRPr>
            </a:lvl1pPr>
            <a:lvl2pPr>
              <a:lnSpc>
                <a:spcPts val="1400"/>
              </a:lnSpc>
              <a:defRPr sz="1200" baseline="0"/>
            </a:lvl2pPr>
            <a:lvl3pPr>
              <a:lnSpc>
                <a:spcPts val="1400"/>
              </a:lnSpc>
              <a:defRPr sz="1200" baseline="0"/>
            </a:lvl3pPr>
            <a:lvl4pPr>
              <a:lnSpc>
                <a:spcPts val="1400"/>
              </a:lnSpc>
              <a:defRPr sz="1200" baseline="0"/>
            </a:lvl4pPr>
            <a:lvl5pPr>
              <a:lnSpc>
                <a:spcPts val="1400"/>
              </a:lnSpc>
              <a:defRPr sz="1200" baseline="0"/>
            </a:lvl5pPr>
          </a:lstStyle>
          <a:p>
            <a:pPr lvl="0"/>
            <a:r>
              <a:rPr lang="ru-RU"/>
              <a:t>Основной текст. Шрифт </a:t>
            </a:r>
            <a:r>
              <a:rPr lang="en-US"/>
              <a:t>Arial Regular 12. </a:t>
            </a:r>
            <a:br>
              <a:rPr lang="ru-RU" dirty="0"/>
            </a:br>
            <a:r>
              <a:rPr lang="ru-RU"/>
              <a:t>С</a:t>
            </a:r>
            <a:r>
              <a:rPr lang="en-US"/>
              <a:t>onsectetuer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 Ut wisi</a:t>
            </a:r>
            <a:r>
              <a:rPr lang="ru-RU"/>
              <a:t> </a:t>
            </a:r>
            <a:r>
              <a:rPr lang="en-US"/>
              <a:t>enim ad minim veniam</a:t>
            </a:r>
            <a:r>
              <a:rPr lang="ru-RU"/>
              <a:t>, </a:t>
            </a:r>
            <a:r>
              <a:rPr lang="en-US"/>
              <a:t>quis</a:t>
            </a:r>
            <a:r>
              <a:rPr lang="ru-RU"/>
              <a:t> </a:t>
            </a:r>
            <a:r>
              <a:rPr lang="en-US"/>
              <a:t>nostrud</a:t>
            </a:r>
            <a:r>
              <a:rPr lang="ru-RU"/>
              <a:t> </a:t>
            </a:r>
            <a:r>
              <a:rPr lang="en-US"/>
              <a:t>exerci</a:t>
            </a:r>
            <a:r>
              <a:rPr lang="ru-RU"/>
              <a:t> </a:t>
            </a:r>
            <a:r>
              <a:rPr lang="en-US"/>
              <a:t>tation</a:t>
            </a:r>
            <a:r>
              <a:rPr lang="ru-RU"/>
              <a:t> </a:t>
            </a:r>
            <a:r>
              <a:rPr lang="en-US"/>
              <a:t>ullamcorper</a:t>
            </a:r>
            <a:r>
              <a:rPr lang="ru-RU"/>
              <a:t> </a:t>
            </a:r>
            <a:r>
              <a:rPr lang="en-US"/>
              <a:t>suscipit</a:t>
            </a:r>
            <a:r>
              <a:rPr lang="ru-RU"/>
              <a:t> </a:t>
            </a:r>
            <a:r>
              <a:rPr lang="en-US"/>
              <a:t>lobortis</a:t>
            </a:r>
            <a:r>
              <a:rPr lang="ru-RU"/>
              <a:t> </a:t>
            </a:r>
            <a:r>
              <a:rPr lang="en-US"/>
              <a:t>nisl</a:t>
            </a:r>
            <a:r>
              <a:rPr lang="ru-RU"/>
              <a:t> </a:t>
            </a:r>
            <a:r>
              <a:rPr lang="en-US"/>
              <a:t>ut</a:t>
            </a:r>
            <a:r>
              <a:rPr lang="ru-RU"/>
              <a:t> </a:t>
            </a:r>
            <a:r>
              <a:rPr lang="en-US"/>
              <a:t>aliquip ex ea</a:t>
            </a:r>
            <a:r>
              <a:rPr lang="ru-RU"/>
              <a:t> </a:t>
            </a:r>
            <a:r>
              <a:rPr lang="en-US"/>
              <a:t>commodo</a:t>
            </a:r>
            <a:r>
              <a:rPr lang="ru-RU"/>
              <a:t> </a:t>
            </a:r>
            <a:r>
              <a:rPr lang="en-US"/>
              <a:t>consequat. Duis autem vel eum</a:t>
            </a:r>
            <a:r>
              <a:rPr lang="ru-RU"/>
              <a:t> </a:t>
            </a:r>
            <a:r>
              <a:rPr lang="en-US"/>
              <a:t>iriure dolor in hendrerit in vulputate</a:t>
            </a:r>
            <a:r>
              <a:rPr lang="ru-RU"/>
              <a:t> </a:t>
            </a:r>
            <a:r>
              <a:rPr lang="en-US"/>
              <a:t>velit</a:t>
            </a:r>
            <a:r>
              <a:rPr lang="ru-RU"/>
              <a:t> </a:t>
            </a:r>
            <a:r>
              <a:rPr lang="en-US"/>
              <a:t>esse</a:t>
            </a:r>
            <a:r>
              <a:rPr lang="ru-RU"/>
              <a:t> </a:t>
            </a:r>
            <a:r>
              <a:rPr lang="en-US"/>
              <a:t>molestie</a:t>
            </a:r>
            <a:r>
              <a:rPr lang="ru-RU"/>
              <a:t> </a:t>
            </a:r>
            <a:r>
              <a:rPr lang="en-US"/>
              <a:t>consequat, vel illum dolore eu</a:t>
            </a:r>
            <a:r>
              <a:rPr lang="ru-RU"/>
              <a:t> </a:t>
            </a:r>
            <a:r>
              <a:rPr lang="en-US"/>
              <a:t>feugiat</a:t>
            </a:r>
            <a:r>
              <a:rPr lang="ru-RU"/>
              <a:t> </a:t>
            </a:r>
            <a:r>
              <a:rPr lang="en-US"/>
              <a:t>nulla</a:t>
            </a:r>
            <a:r>
              <a:rPr lang="ru-RU"/>
              <a:t> </a:t>
            </a:r>
            <a:r>
              <a:rPr lang="en-US"/>
              <a:t>facilisis at vero eros et accumsan et iusto</a:t>
            </a:r>
            <a:r>
              <a:rPr lang="ru-RU"/>
              <a:t> </a:t>
            </a:r>
            <a:r>
              <a:rPr lang="en-US"/>
              <a:t>odio</a:t>
            </a:r>
            <a:r>
              <a:rPr lang="ru-RU"/>
              <a:t> </a:t>
            </a:r>
            <a:r>
              <a:rPr lang="en-US"/>
              <a:t>dignissim qui blandit</a:t>
            </a:r>
            <a:r>
              <a:rPr lang="ru-RU"/>
              <a:t> </a:t>
            </a:r>
            <a:r>
              <a:rPr lang="en-US"/>
              <a:t>praesent</a:t>
            </a:r>
            <a:r>
              <a:rPr lang="ru-RU"/>
              <a:t> </a:t>
            </a:r>
            <a:r>
              <a:rPr lang="en-US"/>
              <a:t>luptatum</a:t>
            </a:r>
            <a:r>
              <a:rPr lang="ru-RU"/>
              <a:t> </a:t>
            </a:r>
            <a:r>
              <a:rPr lang="en-US"/>
              <a:t>zzril</a:t>
            </a:r>
            <a:r>
              <a:rPr lang="ru-RU"/>
              <a:t> </a:t>
            </a:r>
            <a:r>
              <a:rPr lang="en-US"/>
              <a:t>delenit</a:t>
            </a:r>
            <a:r>
              <a:rPr lang="ru-RU"/>
              <a:t> </a:t>
            </a:r>
            <a:r>
              <a:rPr lang="en-US"/>
              <a:t>augue</a:t>
            </a:r>
            <a:r>
              <a:rPr lang="ru-RU"/>
              <a:t> </a:t>
            </a:r>
            <a:r>
              <a:rPr lang="en-US"/>
              <a:t>duis dolore te</a:t>
            </a:r>
            <a:r>
              <a:rPr lang="ru-RU"/>
              <a:t> </a:t>
            </a:r>
            <a:r>
              <a:rPr lang="en-US"/>
              <a:t>feugait</a:t>
            </a:r>
            <a:r>
              <a:rPr lang="ru-RU"/>
              <a:t> </a:t>
            </a:r>
            <a:r>
              <a:rPr lang="en-US"/>
              <a:t>nulla</a:t>
            </a:r>
            <a:r>
              <a:rPr lang="ru-RU"/>
              <a:t> </a:t>
            </a:r>
            <a:r>
              <a:rPr lang="en-US"/>
              <a:t>facilisi</a:t>
            </a:r>
            <a:r>
              <a:rPr lang="ru-RU"/>
              <a:t>. </a:t>
            </a:r>
            <a:br>
              <a:rPr lang="ru-RU" dirty="0"/>
            </a:br>
            <a:br>
              <a:rPr lang="ru-RU" dirty="0"/>
            </a:br>
            <a:r>
              <a:rPr lang="en-US"/>
              <a:t>Lorem ipsum dolor sit amet, cons 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 Ut wisi</a:t>
            </a:r>
            <a:r>
              <a:rPr lang="ru-RU"/>
              <a:t> </a:t>
            </a:r>
            <a:r>
              <a:rPr lang="en-US"/>
              <a:t>enim ad minim veniam</a:t>
            </a:r>
            <a:r>
              <a:rPr lang="ru-RU"/>
              <a:t>, </a:t>
            </a:r>
            <a:r>
              <a:rPr lang="en-US"/>
              <a:t>quis</a:t>
            </a:r>
            <a:r>
              <a:rPr lang="ru-RU"/>
              <a:t> </a:t>
            </a:r>
            <a:r>
              <a:rPr lang="en-US"/>
              <a:t>nostrud</a:t>
            </a:r>
            <a:r>
              <a:rPr lang="ru-RU"/>
              <a:t> </a:t>
            </a:r>
            <a:r>
              <a:rPr lang="en-US"/>
              <a:t>exerci</a:t>
            </a:r>
            <a:r>
              <a:rPr lang="ru-RU"/>
              <a:t> </a:t>
            </a:r>
            <a:r>
              <a:rPr lang="en-US"/>
              <a:t>tation</a:t>
            </a:r>
            <a:r>
              <a:rPr lang="ru-RU"/>
              <a:t> </a:t>
            </a:r>
            <a:r>
              <a:rPr lang="en-US"/>
              <a:t>ullamcorper</a:t>
            </a:r>
            <a:r>
              <a:rPr lang="ru-RU"/>
              <a:t> </a:t>
            </a:r>
            <a:r>
              <a:rPr lang="en-US"/>
              <a:t>suscipit</a:t>
            </a:r>
            <a:r>
              <a:rPr lang="ru-RU"/>
              <a:t> </a:t>
            </a:r>
            <a:r>
              <a:rPr lang="en-US"/>
              <a:t>lobortis</a:t>
            </a:r>
            <a:r>
              <a:rPr lang="ru-RU"/>
              <a:t> </a:t>
            </a:r>
            <a:r>
              <a:rPr lang="en-US"/>
              <a:t>nisl</a:t>
            </a:r>
            <a:r>
              <a:rPr lang="ru-RU"/>
              <a:t> </a:t>
            </a:r>
            <a:r>
              <a:rPr lang="en-US"/>
              <a:t>ut</a:t>
            </a:r>
            <a:r>
              <a:rPr lang="ru-RU"/>
              <a:t> </a:t>
            </a:r>
            <a:r>
              <a:rPr lang="en-US"/>
              <a:t>aliquip ex ea</a:t>
            </a:r>
            <a:r>
              <a:rPr lang="ru-RU"/>
              <a:t> </a:t>
            </a:r>
            <a:r>
              <a:rPr lang="en-US"/>
              <a:t>commodo</a:t>
            </a:r>
            <a:r>
              <a:rPr lang="ru-RU"/>
              <a:t> </a:t>
            </a:r>
            <a:r>
              <a:rPr lang="en-US"/>
              <a:t>consequat</a:t>
            </a:r>
            <a:r>
              <a:rPr lang="ru-RU"/>
              <a:t>. </a:t>
            </a:r>
            <a:r>
              <a:rPr lang="en-US"/>
              <a:t>Lorem ipsum dolor sit amet</a:t>
            </a:r>
            <a:r>
              <a:rPr lang="ru-RU"/>
              <a:t>, </a:t>
            </a:r>
            <a:r>
              <a:rPr lang="en-US"/>
              <a:t>consectetuer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a:t>
            </a:r>
            <a:r>
              <a:rPr lang="ru-RU"/>
              <a:t>. </a:t>
            </a:r>
          </a:p>
          <a:p>
            <a:pPr lvl="0"/>
            <a:endParaRPr lang="ru-RU"/>
          </a:p>
          <a:p>
            <a:pPr lvl="0"/>
            <a:r>
              <a:rPr lang="en-US"/>
              <a:t>Ut wisi enim ad minim veniam, quis nostrud exerci tation ullamcorper suscipit lobortis nisl ut aliquip ex ea commodo consequat. Duis autem vel eum iriure dolor in hendrerit in vulputate velit esse molestie consequat, vel illum dolore eu feugiat nulla facilisis at vero eros et</a:t>
            </a:r>
            <a:br>
              <a:rPr lang="ru-RU" dirty="0"/>
            </a:br>
            <a:endParaRPr lang="en-US"/>
          </a:p>
        </p:txBody>
      </p:sp>
      <p:sp>
        <p:nvSpPr>
          <p:cNvPr id="10" name="Текст 16">
            <a:extLst>
              <a:ext uri="{FF2B5EF4-FFF2-40B4-BE49-F238E27FC236}">
                <a16:creationId xmlns:a16="http://schemas.microsoft.com/office/drawing/2014/main" id="{C1451717-F6E1-DE5C-AE2C-48C5F1D7A606}"/>
              </a:ext>
            </a:extLst>
          </p:cNvPr>
          <p:cNvSpPr>
            <a:spLocks noGrp="1"/>
          </p:cNvSpPr>
          <p:nvPr>
            <p:ph type="body" sz="quarter" idx="16" hasCustomPrompt="1"/>
          </p:nvPr>
        </p:nvSpPr>
        <p:spPr>
          <a:xfrm>
            <a:off x="6172200" y="1934651"/>
            <a:ext cx="5465764" cy="3956050"/>
          </a:xfrm>
          <a:prstGeom prst="rect">
            <a:avLst/>
          </a:prstGeom>
        </p:spPr>
        <p:txBody>
          <a:bodyPr lIns="0" tIns="0" rIns="0" bIns="0"/>
          <a:lstStyle>
            <a:lvl1pPr>
              <a:lnSpc>
                <a:spcPts val="1400"/>
              </a:lnSpc>
              <a:spcBef>
                <a:spcPts val="0"/>
              </a:spcBef>
              <a:defRPr sz="1200" baseline="0">
                <a:solidFill>
                  <a:schemeClr val="tx1"/>
                </a:solidFill>
              </a:defRPr>
            </a:lvl1pPr>
            <a:lvl2pPr>
              <a:lnSpc>
                <a:spcPts val="1400"/>
              </a:lnSpc>
              <a:defRPr sz="1200" baseline="0"/>
            </a:lvl2pPr>
            <a:lvl3pPr>
              <a:lnSpc>
                <a:spcPts val="1400"/>
              </a:lnSpc>
              <a:defRPr sz="1200" baseline="0"/>
            </a:lvl3pPr>
            <a:lvl4pPr>
              <a:lnSpc>
                <a:spcPts val="1400"/>
              </a:lnSpc>
              <a:defRPr sz="1200" baseline="0"/>
            </a:lvl4pPr>
            <a:lvl5pPr>
              <a:lnSpc>
                <a:spcPts val="1400"/>
              </a:lnSpc>
              <a:defRPr sz="1200" baseline="0"/>
            </a:lvl5pPr>
          </a:lstStyle>
          <a:p>
            <a:pPr lvl="0"/>
            <a:r>
              <a:rPr lang="ru-RU"/>
              <a:t>С</a:t>
            </a:r>
            <a:r>
              <a:rPr lang="en-US"/>
              <a:t>onsectetuer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 Ut wisi</a:t>
            </a:r>
            <a:r>
              <a:rPr lang="ru-RU"/>
              <a:t> </a:t>
            </a:r>
            <a:r>
              <a:rPr lang="en-US"/>
              <a:t>enim ad minim veniam</a:t>
            </a:r>
            <a:r>
              <a:rPr lang="ru-RU"/>
              <a:t>, </a:t>
            </a:r>
            <a:r>
              <a:rPr lang="en-US"/>
              <a:t>quis</a:t>
            </a:r>
            <a:r>
              <a:rPr lang="ru-RU"/>
              <a:t> </a:t>
            </a:r>
            <a:r>
              <a:rPr lang="en-US"/>
              <a:t>nostrud</a:t>
            </a:r>
            <a:r>
              <a:rPr lang="ru-RU"/>
              <a:t> </a:t>
            </a:r>
            <a:r>
              <a:rPr lang="en-US"/>
              <a:t>exerci</a:t>
            </a:r>
            <a:r>
              <a:rPr lang="ru-RU"/>
              <a:t> </a:t>
            </a:r>
            <a:r>
              <a:rPr lang="en-US"/>
              <a:t>tation</a:t>
            </a:r>
            <a:r>
              <a:rPr lang="ru-RU"/>
              <a:t> </a:t>
            </a:r>
            <a:r>
              <a:rPr lang="en-US"/>
              <a:t>ullamcorper</a:t>
            </a:r>
            <a:r>
              <a:rPr lang="ru-RU"/>
              <a:t> </a:t>
            </a:r>
            <a:r>
              <a:rPr lang="en-US"/>
              <a:t>suscipit</a:t>
            </a:r>
            <a:r>
              <a:rPr lang="ru-RU"/>
              <a:t> </a:t>
            </a:r>
            <a:r>
              <a:rPr lang="en-US"/>
              <a:t>lobortis</a:t>
            </a:r>
            <a:r>
              <a:rPr lang="ru-RU"/>
              <a:t> </a:t>
            </a:r>
            <a:r>
              <a:rPr lang="en-US"/>
              <a:t>nisl</a:t>
            </a:r>
            <a:r>
              <a:rPr lang="ru-RU"/>
              <a:t> </a:t>
            </a:r>
            <a:r>
              <a:rPr lang="en-US"/>
              <a:t>ut</a:t>
            </a:r>
            <a:r>
              <a:rPr lang="ru-RU"/>
              <a:t> </a:t>
            </a:r>
            <a:r>
              <a:rPr lang="en-US"/>
              <a:t>aliquip ex ea</a:t>
            </a:r>
            <a:r>
              <a:rPr lang="ru-RU"/>
              <a:t> </a:t>
            </a:r>
            <a:r>
              <a:rPr lang="en-US"/>
              <a:t>commodo</a:t>
            </a:r>
            <a:r>
              <a:rPr lang="ru-RU"/>
              <a:t> </a:t>
            </a:r>
            <a:r>
              <a:rPr lang="en-US"/>
              <a:t>consequat. Duis autem vel eum</a:t>
            </a:r>
            <a:r>
              <a:rPr lang="ru-RU"/>
              <a:t> </a:t>
            </a:r>
            <a:r>
              <a:rPr lang="en-US"/>
              <a:t>iriure dolor in hendrerit in vulputate</a:t>
            </a:r>
            <a:r>
              <a:rPr lang="ru-RU"/>
              <a:t> </a:t>
            </a:r>
            <a:r>
              <a:rPr lang="en-US"/>
              <a:t>velit</a:t>
            </a:r>
            <a:r>
              <a:rPr lang="ru-RU"/>
              <a:t> </a:t>
            </a:r>
            <a:r>
              <a:rPr lang="en-US"/>
              <a:t>esse</a:t>
            </a:r>
            <a:r>
              <a:rPr lang="ru-RU"/>
              <a:t> </a:t>
            </a:r>
            <a:r>
              <a:rPr lang="en-US"/>
              <a:t>molestie</a:t>
            </a:r>
            <a:r>
              <a:rPr lang="ru-RU"/>
              <a:t> </a:t>
            </a:r>
            <a:r>
              <a:rPr lang="en-US"/>
              <a:t>consequat, vel illum dolore eu</a:t>
            </a:r>
            <a:r>
              <a:rPr lang="ru-RU"/>
              <a:t> </a:t>
            </a:r>
            <a:r>
              <a:rPr lang="en-US"/>
              <a:t>feugiat</a:t>
            </a:r>
            <a:r>
              <a:rPr lang="ru-RU"/>
              <a:t> </a:t>
            </a:r>
            <a:r>
              <a:rPr lang="en-US"/>
              <a:t>nulla</a:t>
            </a:r>
            <a:r>
              <a:rPr lang="ru-RU"/>
              <a:t> </a:t>
            </a:r>
            <a:r>
              <a:rPr lang="en-US"/>
              <a:t>facilisis at vero eros et accumsan et iusto</a:t>
            </a:r>
            <a:r>
              <a:rPr lang="ru-RU"/>
              <a:t> </a:t>
            </a:r>
            <a:r>
              <a:rPr lang="en-US"/>
              <a:t>odio</a:t>
            </a:r>
            <a:r>
              <a:rPr lang="ru-RU"/>
              <a:t> </a:t>
            </a:r>
            <a:r>
              <a:rPr lang="en-US"/>
              <a:t>dignissim qui blandit</a:t>
            </a:r>
            <a:r>
              <a:rPr lang="ru-RU"/>
              <a:t> </a:t>
            </a:r>
            <a:r>
              <a:rPr lang="en-US"/>
              <a:t>praesent</a:t>
            </a:r>
            <a:r>
              <a:rPr lang="ru-RU"/>
              <a:t> </a:t>
            </a:r>
            <a:r>
              <a:rPr lang="en-US"/>
              <a:t>luptatum</a:t>
            </a:r>
            <a:r>
              <a:rPr lang="ru-RU"/>
              <a:t> </a:t>
            </a:r>
            <a:r>
              <a:rPr lang="en-US"/>
              <a:t>zzril</a:t>
            </a:r>
            <a:r>
              <a:rPr lang="ru-RU"/>
              <a:t> </a:t>
            </a:r>
            <a:r>
              <a:rPr lang="en-US"/>
              <a:t>delenit</a:t>
            </a:r>
            <a:r>
              <a:rPr lang="ru-RU"/>
              <a:t> </a:t>
            </a:r>
            <a:r>
              <a:rPr lang="en-US"/>
              <a:t>augue</a:t>
            </a:r>
            <a:r>
              <a:rPr lang="ru-RU"/>
              <a:t> </a:t>
            </a:r>
            <a:r>
              <a:rPr lang="en-US"/>
              <a:t>duis dolore te</a:t>
            </a:r>
            <a:r>
              <a:rPr lang="ru-RU"/>
              <a:t> </a:t>
            </a:r>
            <a:r>
              <a:rPr lang="en-US"/>
              <a:t>feugait</a:t>
            </a:r>
            <a:r>
              <a:rPr lang="ru-RU"/>
              <a:t> </a:t>
            </a:r>
            <a:r>
              <a:rPr lang="en-US"/>
              <a:t>nulla</a:t>
            </a:r>
            <a:r>
              <a:rPr lang="ru-RU"/>
              <a:t> </a:t>
            </a:r>
            <a:r>
              <a:rPr lang="en-US"/>
              <a:t>facilisi</a:t>
            </a:r>
            <a:r>
              <a:rPr lang="ru-RU"/>
              <a:t>. </a:t>
            </a:r>
            <a:br>
              <a:rPr lang="ru-RU" dirty="0"/>
            </a:br>
            <a:br>
              <a:rPr lang="ru-RU" dirty="0"/>
            </a:br>
            <a:r>
              <a:rPr lang="en-US"/>
              <a:t>Lorem ipsum dolor sit amet, cons 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 Ut wisi</a:t>
            </a:r>
            <a:r>
              <a:rPr lang="ru-RU"/>
              <a:t> </a:t>
            </a:r>
            <a:r>
              <a:rPr lang="en-US"/>
              <a:t>enim ad minim veniam</a:t>
            </a:r>
            <a:r>
              <a:rPr lang="ru-RU"/>
              <a:t>, </a:t>
            </a:r>
            <a:r>
              <a:rPr lang="en-US"/>
              <a:t>quis</a:t>
            </a:r>
            <a:r>
              <a:rPr lang="ru-RU"/>
              <a:t> </a:t>
            </a:r>
            <a:r>
              <a:rPr lang="en-US"/>
              <a:t>nostrud</a:t>
            </a:r>
            <a:r>
              <a:rPr lang="ru-RU"/>
              <a:t> </a:t>
            </a:r>
            <a:r>
              <a:rPr lang="en-US"/>
              <a:t>exerci</a:t>
            </a:r>
            <a:r>
              <a:rPr lang="ru-RU"/>
              <a:t> </a:t>
            </a:r>
            <a:r>
              <a:rPr lang="en-US"/>
              <a:t>tation</a:t>
            </a:r>
            <a:r>
              <a:rPr lang="ru-RU"/>
              <a:t> </a:t>
            </a:r>
            <a:r>
              <a:rPr lang="en-US"/>
              <a:t>ullamcorper</a:t>
            </a:r>
            <a:r>
              <a:rPr lang="ru-RU"/>
              <a:t> </a:t>
            </a:r>
            <a:r>
              <a:rPr lang="en-US"/>
              <a:t>suscipit</a:t>
            </a:r>
            <a:r>
              <a:rPr lang="ru-RU"/>
              <a:t> </a:t>
            </a:r>
            <a:r>
              <a:rPr lang="en-US"/>
              <a:t>lobortis</a:t>
            </a:r>
            <a:r>
              <a:rPr lang="ru-RU"/>
              <a:t> </a:t>
            </a:r>
            <a:r>
              <a:rPr lang="en-US"/>
              <a:t>nisl</a:t>
            </a:r>
            <a:r>
              <a:rPr lang="ru-RU"/>
              <a:t> </a:t>
            </a:r>
            <a:r>
              <a:rPr lang="en-US"/>
              <a:t>ut</a:t>
            </a:r>
            <a:r>
              <a:rPr lang="ru-RU"/>
              <a:t> </a:t>
            </a:r>
            <a:r>
              <a:rPr lang="en-US"/>
              <a:t>aliquip ex ea</a:t>
            </a:r>
            <a:r>
              <a:rPr lang="ru-RU"/>
              <a:t> </a:t>
            </a:r>
            <a:r>
              <a:rPr lang="en-US"/>
              <a:t>commodo</a:t>
            </a:r>
            <a:r>
              <a:rPr lang="ru-RU"/>
              <a:t> </a:t>
            </a:r>
            <a:r>
              <a:rPr lang="en-US"/>
              <a:t>consequat</a:t>
            </a:r>
            <a:r>
              <a:rPr lang="ru-RU"/>
              <a:t>. </a:t>
            </a:r>
            <a:r>
              <a:rPr lang="en-US"/>
              <a:t>Lorem ipsum dolor sit amet</a:t>
            </a:r>
            <a:r>
              <a:rPr lang="ru-RU"/>
              <a:t>, </a:t>
            </a:r>
            <a:r>
              <a:rPr lang="en-US"/>
              <a:t>consectetuer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a:t>
            </a:r>
            <a:r>
              <a:rPr lang="ru-RU"/>
              <a:t>. </a:t>
            </a:r>
          </a:p>
        </p:txBody>
      </p:sp>
      <p:sp>
        <p:nvSpPr>
          <p:cNvPr id="13" name="Текст 3">
            <a:extLst>
              <a:ext uri="{FF2B5EF4-FFF2-40B4-BE49-F238E27FC236}">
                <a16:creationId xmlns:a16="http://schemas.microsoft.com/office/drawing/2014/main" id="{6C3A7078-BED8-4ED7-BE07-FDA18050FC57}"/>
              </a:ext>
            </a:extLst>
          </p:cNvPr>
          <p:cNvSpPr>
            <a:spLocks noGrp="1"/>
          </p:cNvSpPr>
          <p:nvPr>
            <p:ph type="body" sz="quarter" idx="17" hasCustomPrompt="1"/>
          </p:nvPr>
        </p:nvSpPr>
        <p:spPr>
          <a:xfrm>
            <a:off x="1619251" y="6238124"/>
            <a:ext cx="9277350" cy="391275"/>
          </a:xfrm>
          <a:prstGeom prst="rect">
            <a:avLst/>
          </a:prstGeom>
        </p:spPr>
        <p:txBody>
          <a:bodyPr lIns="0" tIns="0"/>
          <a:lstStyle>
            <a:lvl1pPr>
              <a:defRPr sz="900">
                <a:solidFill>
                  <a:schemeClr val="tx1"/>
                </a:solidFill>
              </a:defRPr>
            </a:lvl1pPr>
          </a:lstStyle>
          <a:p>
            <a:pPr lvl="0"/>
            <a:r>
              <a:rPr lang="ru-RU"/>
              <a:t>Сноска. Шрифт </a:t>
            </a:r>
            <a:r>
              <a:rPr lang="en-US"/>
              <a:t>Arial Regular </a:t>
            </a:r>
            <a:r>
              <a:rPr lang="ru-RU"/>
              <a:t>9</a:t>
            </a:r>
          </a:p>
        </p:txBody>
      </p:sp>
      <p:sp>
        <p:nvSpPr>
          <p:cNvPr id="14" name="Номер слайда 5">
            <a:extLst>
              <a:ext uri="{FF2B5EF4-FFF2-40B4-BE49-F238E27FC236}">
                <a16:creationId xmlns:a16="http://schemas.microsoft.com/office/drawing/2014/main" id="{8AED0945-555D-46E5-A080-300C793EB95C}"/>
              </a:ext>
            </a:extLst>
          </p:cNvPr>
          <p:cNvSpPr>
            <a:spLocks noGrp="1"/>
          </p:cNvSpPr>
          <p:nvPr>
            <p:ph type="sldNum" sz="quarter" idx="4"/>
          </p:nvPr>
        </p:nvSpPr>
        <p:spPr>
          <a:xfrm>
            <a:off x="11342050" y="6362699"/>
            <a:ext cx="485775" cy="266700"/>
          </a:xfrm>
          <a:prstGeom prst="rect">
            <a:avLst/>
          </a:prstGeom>
        </p:spPr>
        <p:txBody>
          <a:bodyPr lIns="0" tIns="0" rIns="0" bIns="0" anchor="b" anchorCtr="0"/>
          <a:lstStyle>
            <a:lvl1pPr algn="r">
              <a:defRPr sz="900">
                <a:solidFill>
                  <a:schemeClr val="tx1"/>
                </a:solidFill>
                <a:latin typeface="Arial" panose="020B0604020202020204" pitchFamily="34" charset="0"/>
                <a:cs typeface="Arial" panose="020B0604020202020204" pitchFamily="34" charset="0"/>
              </a:defRPr>
            </a:lvl1pPr>
          </a:lstStyle>
          <a:p>
            <a:fld id="{527D41D6-7756-D84E-A787-9DAD2BF0F149}" type="slidenum">
              <a:rPr lang="ru-RU" smtClean="0"/>
              <a:pPr/>
              <a:t>‹#›</a:t>
            </a:fld>
            <a:endParaRPr lang="ru-RU"/>
          </a:p>
        </p:txBody>
      </p:sp>
      <p:sp>
        <p:nvSpPr>
          <p:cNvPr id="15" name="Текст 5">
            <a:extLst>
              <a:ext uri="{FF2B5EF4-FFF2-40B4-BE49-F238E27FC236}">
                <a16:creationId xmlns:a16="http://schemas.microsoft.com/office/drawing/2014/main" id="{7326B72E-C38B-4B9F-8AD4-199078EDC124}"/>
              </a:ext>
            </a:extLst>
          </p:cNvPr>
          <p:cNvSpPr>
            <a:spLocks noGrp="1"/>
          </p:cNvSpPr>
          <p:nvPr>
            <p:ph type="body" sz="quarter" idx="10" hasCustomPrompt="1"/>
          </p:nvPr>
        </p:nvSpPr>
        <p:spPr>
          <a:xfrm>
            <a:off x="364175" y="225092"/>
            <a:ext cx="11463650" cy="660733"/>
          </a:xfrm>
          <a:prstGeom prst="rect">
            <a:avLst/>
          </a:prstGeom>
        </p:spPr>
        <p:txBody>
          <a:bodyPr lIns="0" tIns="0" rIns="0" bIns="0"/>
          <a:lstStyle>
            <a:lvl1pPr>
              <a:lnSpc>
                <a:spcPct val="90000"/>
              </a:lnSpc>
              <a:spcBef>
                <a:spcPts val="0"/>
              </a:spcBef>
              <a:defRPr sz="2400" b="1" i="0" baseline="0">
                <a:solidFill>
                  <a:schemeClr val="tx1"/>
                </a:solidFill>
                <a:latin typeface="+mj-lt"/>
              </a:defRPr>
            </a:lvl1pPr>
          </a:lstStyle>
          <a:p>
            <a:pPr lvl="0"/>
            <a:r>
              <a:rPr lang="ru-RU"/>
              <a:t>Заголовок слайда в две строки</a:t>
            </a:r>
            <a:br>
              <a:rPr lang="ru-RU" dirty="0"/>
            </a:br>
            <a:r>
              <a:rPr lang="ru-RU"/>
              <a:t>Шрифт </a:t>
            </a:r>
            <a:r>
              <a:rPr lang="en-US"/>
              <a:t>Arial Bold </a:t>
            </a:r>
            <a:r>
              <a:rPr lang="ru-RU"/>
              <a:t>24</a:t>
            </a:r>
          </a:p>
        </p:txBody>
      </p:sp>
    </p:spTree>
    <p:extLst>
      <p:ext uri="{BB962C8B-B14F-4D97-AF65-F5344CB8AC3E}">
        <p14:creationId xmlns:p14="http://schemas.microsoft.com/office/powerpoint/2010/main" val="2432123544"/>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Внутренняя страница_5">
    <p:spTree>
      <p:nvGrpSpPr>
        <p:cNvPr id="1" name=""/>
        <p:cNvGrpSpPr/>
        <p:nvPr/>
      </p:nvGrpSpPr>
      <p:grpSpPr>
        <a:xfrm>
          <a:off x="0" y="0"/>
          <a:ext cx="0" cy="0"/>
          <a:chOff x="0" y="0"/>
          <a:chExt cx="0" cy="0"/>
        </a:xfrm>
      </p:grpSpPr>
      <p:sp>
        <p:nvSpPr>
          <p:cNvPr id="2" name="Рисунок 5">
            <a:extLst>
              <a:ext uri="{FF2B5EF4-FFF2-40B4-BE49-F238E27FC236}">
                <a16:creationId xmlns:a16="http://schemas.microsoft.com/office/drawing/2014/main" id="{9ED88214-D3A7-286C-C395-2442A0151C07}"/>
              </a:ext>
            </a:extLst>
          </p:cNvPr>
          <p:cNvSpPr>
            <a:spLocks noGrp="1"/>
          </p:cNvSpPr>
          <p:nvPr>
            <p:ph type="pic" sz="quarter" idx="15"/>
          </p:nvPr>
        </p:nvSpPr>
        <p:spPr>
          <a:xfrm>
            <a:off x="558800" y="1934651"/>
            <a:ext cx="2667000" cy="2095928"/>
          </a:xfrm>
          <a:prstGeom prst="rect">
            <a:avLst/>
          </a:prstGeom>
          <a:solidFill>
            <a:srgbClr val="999999"/>
          </a:solidFill>
        </p:spPr>
        <p:txBody>
          <a:bodyPr/>
          <a:lstStyle>
            <a:lvl1pPr>
              <a:defRPr>
                <a:solidFill>
                  <a:schemeClr val="bg1"/>
                </a:solidFill>
              </a:defRPr>
            </a:lvl1pPr>
          </a:lstStyle>
          <a:p>
            <a:endParaRPr lang="ru-RU"/>
          </a:p>
        </p:txBody>
      </p:sp>
      <p:sp>
        <p:nvSpPr>
          <p:cNvPr id="4" name="Текст 20">
            <a:extLst>
              <a:ext uri="{FF2B5EF4-FFF2-40B4-BE49-F238E27FC236}">
                <a16:creationId xmlns:a16="http://schemas.microsoft.com/office/drawing/2014/main" id="{7763F19C-0856-EE50-BBB0-BE993E136E4B}"/>
              </a:ext>
            </a:extLst>
          </p:cNvPr>
          <p:cNvSpPr>
            <a:spLocks noGrp="1"/>
          </p:cNvSpPr>
          <p:nvPr>
            <p:ph type="body" sz="quarter" idx="21" hasCustomPrompt="1"/>
          </p:nvPr>
        </p:nvSpPr>
        <p:spPr>
          <a:xfrm>
            <a:off x="558799" y="4746626"/>
            <a:ext cx="2667001" cy="1144076"/>
          </a:xfrm>
          <a:prstGeom prst="rect">
            <a:avLst/>
          </a:prstGeom>
        </p:spPr>
        <p:txBody>
          <a:bodyPr lIns="0" tIns="0" rIns="0" bIns="0"/>
          <a:lstStyle>
            <a:lvl1pPr>
              <a:defRPr sz="1200" baseline="0">
                <a:solidFill>
                  <a:schemeClr val="tx1"/>
                </a:solidFill>
                <a:latin typeface="+mn-lt"/>
                <a:cs typeface="Arial" panose="020B0604020202020204" pitchFamily="34" charset="0"/>
              </a:defRPr>
            </a:lvl1pPr>
            <a:lvl2pPr>
              <a:defRPr sz="1200"/>
            </a:lvl2pPr>
            <a:lvl3pPr>
              <a:defRPr sz="1200"/>
            </a:lvl3pPr>
            <a:lvl4pPr>
              <a:defRPr sz="1200"/>
            </a:lvl4pPr>
            <a:lvl5pPr>
              <a:defRPr sz="1200"/>
            </a:lvl5pPr>
          </a:lstStyle>
          <a:p>
            <a:pPr>
              <a:lnSpc>
                <a:spcPts val="1400"/>
              </a:lnSpc>
            </a:pPr>
            <a:r>
              <a:rPr lang="ru-RU" sz="1200">
                <a:solidFill>
                  <a:schemeClr val="tx1"/>
                </a:solidFill>
              </a:rPr>
              <a:t>Подпись подпись к рисунку. </a:t>
            </a:r>
            <a:br>
              <a:rPr lang="ru-RU" sz="1200" dirty="0">
                <a:solidFill>
                  <a:schemeClr val="tx1"/>
                </a:solidFill>
              </a:rPr>
            </a:br>
            <a:r>
              <a:rPr lang="ru-RU" sz="1200">
                <a:solidFill>
                  <a:schemeClr val="tx1"/>
                </a:solidFill>
              </a:rPr>
              <a:t>Шрифт </a:t>
            </a:r>
            <a:r>
              <a:rPr lang="en-US" sz="1200">
                <a:solidFill>
                  <a:schemeClr val="tx1"/>
                </a:solidFill>
              </a:rPr>
              <a:t>Arial Regular 12 </a:t>
            </a:r>
            <a:br>
              <a:rPr lang="en-US" sz="1200" dirty="0">
                <a:solidFill>
                  <a:schemeClr val="tx1"/>
                </a:solidFill>
              </a:rPr>
            </a:br>
            <a:r>
              <a:rPr lang="en-US"/>
              <a:t>Lorem ipsum dolor sit amet, cons 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endParaRPr lang="ru-RU" sz="1200">
              <a:solidFill>
                <a:schemeClr val="tx1"/>
              </a:solidFill>
            </a:endParaRPr>
          </a:p>
        </p:txBody>
      </p:sp>
      <p:sp>
        <p:nvSpPr>
          <p:cNvPr id="9" name="Рисунок 5">
            <a:extLst>
              <a:ext uri="{FF2B5EF4-FFF2-40B4-BE49-F238E27FC236}">
                <a16:creationId xmlns:a16="http://schemas.microsoft.com/office/drawing/2014/main" id="{7161B89B-9D36-2458-6D08-690113954EE0}"/>
              </a:ext>
            </a:extLst>
          </p:cNvPr>
          <p:cNvSpPr>
            <a:spLocks noGrp="1"/>
          </p:cNvSpPr>
          <p:nvPr>
            <p:ph type="pic" sz="quarter" idx="22"/>
          </p:nvPr>
        </p:nvSpPr>
        <p:spPr>
          <a:xfrm>
            <a:off x="3365500" y="1934651"/>
            <a:ext cx="2667000" cy="2095928"/>
          </a:xfrm>
          <a:prstGeom prst="rect">
            <a:avLst/>
          </a:prstGeom>
          <a:solidFill>
            <a:srgbClr val="999999"/>
          </a:solidFill>
        </p:spPr>
        <p:txBody>
          <a:bodyPr/>
          <a:lstStyle>
            <a:lvl1pPr>
              <a:defRPr>
                <a:solidFill>
                  <a:schemeClr val="bg1"/>
                </a:solidFill>
              </a:defRPr>
            </a:lvl1pPr>
          </a:lstStyle>
          <a:p>
            <a:endParaRPr lang="ru-RU"/>
          </a:p>
        </p:txBody>
      </p:sp>
      <p:sp>
        <p:nvSpPr>
          <p:cNvPr id="11" name="Рисунок 5">
            <a:extLst>
              <a:ext uri="{FF2B5EF4-FFF2-40B4-BE49-F238E27FC236}">
                <a16:creationId xmlns:a16="http://schemas.microsoft.com/office/drawing/2014/main" id="{FD39D98B-12C6-A333-220A-1415BBBE9B5E}"/>
              </a:ext>
            </a:extLst>
          </p:cNvPr>
          <p:cNvSpPr>
            <a:spLocks noGrp="1"/>
          </p:cNvSpPr>
          <p:nvPr>
            <p:ph type="pic" sz="quarter" idx="24"/>
          </p:nvPr>
        </p:nvSpPr>
        <p:spPr>
          <a:xfrm>
            <a:off x="6172200" y="1934651"/>
            <a:ext cx="2667000" cy="2095928"/>
          </a:xfrm>
          <a:prstGeom prst="rect">
            <a:avLst/>
          </a:prstGeom>
          <a:solidFill>
            <a:srgbClr val="999999"/>
          </a:solidFill>
        </p:spPr>
        <p:txBody>
          <a:bodyPr/>
          <a:lstStyle>
            <a:lvl1pPr>
              <a:defRPr>
                <a:solidFill>
                  <a:schemeClr val="bg1"/>
                </a:solidFill>
              </a:defRPr>
            </a:lvl1pPr>
          </a:lstStyle>
          <a:p>
            <a:endParaRPr lang="ru-RU"/>
          </a:p>
        </p:txBody>
      </p:sp>
      <p:sp>
        <p:nvSpPr>
          <p:cNvPr id="15" name="Рисунок 5">
            <a:extLst>
              <a:ext uri="{FF2B5EF4-FFF2-40B4-BE49-F238E27FC236}">
                <a16:creationId xmlns:a16="http://schemas.microsoft.com/office/drawing/2014/main" id="{7D39BBF4-7CF4-D70B-CE47-350ABF8015D7}"/>
              </a:ext>
            </a:extLst>
          </p:cNvPr>
          <p:cNvSpPr>
            <a:spLocks noGrp="1"/>
          </p:cNvSpPr>
          <p:nvPr>
            <p:ph type="pic" sz="quarter" idx="26"/>
          </p:nvPr>
        </p:nvSpPr>
        <p:spPr>
          <a:xfrm>
            <a:off x="8982075" y="1934651"/>
            <a:ext cx="2667000" cy="2095928"/>
          </a:xfrm>
          <a:prstGeom prst="rect">
            <a:avLst/>
          </a:prstGeom>
          <a:solidFill>
            <a:srgbClr val="999999"/>
          </a:solidFill>
        </p:spPr>
        <p:txBody>
          <a:bodyPr/>
          <a:lstStyle>
            <a:lvl1pPr>
              <a:defRPr>
                <a:solidFill>
                  <a:schemeClr val="bg1"/>
                </a:solidFill>
              </a:defRPr>
            </a:lvl1pPr>
          </a:lstStyle>
          <a:p>
            <a:endParaRPr lang="ru-RU"/>
          </a:p>
        </p:txBody>
      </p:sp>
      <p:sp>
        <p:nvSpPr>
          <p:cNvPr id="8" name="Текст 20">
            <a:extLst>
              <a:ext uri="{FF2B5EF4-FFF2-40B4-BE49-F238E27FC236}">
                <a16:creationId xmlns:a16="http://schemas.microsoft.com/office/drawing/2014/main" id="{3AEF3D06-30F2-279B-8430-363419395E8C}"/>
              </a:ext>
            </a:extLst>
          </p:cNvPr>
          <p:cNvSpPr>
            <a:spLocks noGrp="1"/>
          </p:cNvSpPr>
          <p:nvPr>
            <p:ph type="body" sz="quarter" idx="28" hasCustomPrompt="1"/>
          </p:nvPr>
        </p:nvSpPr>
        <p:spPr>
          <a:xfrm>
            <a:off x="558800" y="4234745"/>
            <a:ext cx="2670176" cy="511880"/>
          </a:xfrm>
          <a:prstGeom prst="rect">
            <a:avLst/>
          </a:prstGeom>
        </p:spPr>
        <p:txBody>
          <a:bodyPr lIns="0" tIns="0" rIns="0" bIns="0"/>
          <a:lstStyle>
            <a:lvl1pPr>
              <a:defRPr sz="1200" b="1" baseline="0">
                <a:solidFill>
                  <a:schemeClr val="tx1"/>
                </a:solidFill>
                <a:latin typeface="+mn-lt"/>
                <a:cs typeface="Arial" panose="020B0604020202020204" pitchFamily="34" charset="0"/>
              </a:defRPr>
            </a:lvl1pPr>
            <a:lvl2pPr>
              <a:defRPr sz="1200"/>
            </a:lvl2pPr>
            <a:lvl3pPr>
              <a:defRPr sz="1200"/>
            </a:lvl3pPr>
            <a:lvl4pPr>
              <a:defRPr sz="1200"/>
            </a:lvl4pPr>
            <a:lvl5pPr>
              <a:defRPr sz="1200"/>
            </a:lvl5pPr>
          </a:lstStyle>
          <a:p>
            <a:pPr>
              <a:lnSpc>
                <a:spcPts val="1400"/>
              </a:lnSpc>
            </a:pPr>
            <a:r>
              <a:rPr lang="ru-RU" sz="1200">
                <a:solidFill>
                  <a:schemeClr val="tx1"/>
                </a:solidFill>
              </a:rPr>
              <a:t>Подпись подпись к рисунку. </a:t>
            </a:r>
            <a:br>
              <a:rPr lang="ru-RU" sz="1200" dirty="0">
                <a:solidFill>
                  <a:schemeClr val="tx1"/>
                </a:solidFill>
              </a:rPr>
            </a:br>
            <a:r>
              <a:rPr lang="ru-RU" sz="1200">
                <a:solidFill>
                  <a:schemeClr val="tx1"/>
                </a:solidFill>
              </a:rPr>
              <a:t>Шрифт </a:t>
            </a:r>
            <a:r>
              <a:rPr lang="en-US" sz="1200">
                <a:solidFill>
                  <a:schemeClr val="tx1"/>
                </a:solidFill>
              </a:rPr>
              <a:t>Arial Regular 12</a:t>
            </a:r>
          </a:p>
        </p:txBody>
      </p:sp>
      <p:sp>
        <p:nvSpPr>
          <p:cNvPr id="12" name="Текст 20">
            <a:extLst>
              <a:ext uri="{FF2B5EF4-FFF2-40B4-BE49-F238E27FC236}">
                <a16:creationId xmlns:a16="http://schemas.microsoft.com/office/drawing/2014/main" id="{D5DDAE00-2299-C938-71FC-422094086BC1}"/>
              </a:ext>
            </a:extLst>
          </p:cNvPr>
          <p:cNvSpPr>
            <a:spLocks noGrp="1"/>
          </p:cNvSpPr>
          <p:nvPr>
            <p:ph type="body" sz="quarter" idx="29" hasCustomPrompt="1"/>
          </p:nvPr>
        </p:nvSpPr>
        <p:spPr>
          <a:xfrm>
            <a:off x="3371271" y="4746626"/>
            <a:ext cx="2667001" cy="1144076"/>
          </a:xfrm>
          <a:prstGeom prst="rect">
            <a:avLst/>
          </a:prstGeom>
        </p:spPr>
        <p:txBody>
          <a:bodyPr lIns="0" tIns="0" rIns="0" bIns="0"/>
          <a:lstStyle>
            <a:lvl1pPr>
              <a:defRPr sz="1200" baseline="0">
                <a:solidFill>
                  <a:schemeClr val="tx1"/>
                </a:solidFill>
                <a:latin typeface="+mn-lt"/>
                <a:cs typeface="Arial" panose="020B0604020202020204" pitchFamily="34" charset="0"/>
              </a:defRPr>
            </a:lvl1pPr>
            <a:lvl2pPr>
              <a:defRPr sz="1200"/>
            </a:lvl2pPr>
            <a:lvl3pPr>
              <a:defRPr sz="1200"/>
            </a:lvl3pPr>
            <a:lvl4pPr>
              <a:defRPr sz="1200"/>
            </a:lvl4pPr>
            <a:lvl5pPr>
              <a:defRPr sz="1200"/>
            </a:lvl5pPr>
          </a:lstStyle>
          <a:p>
            <a:pPr>
              <a:lnSpc>
                <a:spcPts val="1400"/>
              </a:lnSpc>
            </a:pPr>
            <a:r>
              <a:rPr lang="ru-RU" sz="1200">
                <a:solidFill>
                  <a:schemeClr val="tx1"/>
                </a:solidFill>
              </a:rPr>
              <a:t>Подпись подпись к рисунку. </a:t>
            </a:r>
            <a:br>
              <a:rPr lang="ru-RU" sz="1200" dirty="0">
                <a:solidFill>
                  <a:schemeClr val="tx1"/>
                </a:solidFill>
              </a:rPr>
            </a:br>
            <a:r>
              <a:rPr lang="ru-RU" sz="1200">
                <a:solidFill>
                  <a:schemeClr val="tx1"/>
                </a:solidFill>
              </a:rPr>
              <a:t>Шрифт </a:t>
            </a:r>
            <a:r>
              <a:rPr lang="en-US" sz="1200">
                <a:solidFill>
                  <a:schemeClr val="tx1"/>
                </a:solidFill>
              </a:rPr>
              <a:t>Arial Regular 12 </a:t>
            </a:r>
            <a:br>
              <a:rPr lang="en-US" sz="1200" dirty="0">
                <a:solidFill>
                  <a:schemeClr val="tx1"/>
                </a:solidFill>
              </a:rPr>
            </a:br>
            <a:r>
              <a:rPr lang="en-US"/>
              <a:t>Lorem ipsum dolor sit amet, cons 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endParaRPr lang="ru-RU" sz="1200">
              <a:solidFill>
                <a:schemeClr val="tx1"/>
              </a:solidFill>
            </a:endParaRPr>
          </a:p>
        </p:txBody>
      </p:sp>
      <p:sp>
        <p:nvSpPr>
          <p:cNvPr id="13" name="Текст 20">
            <a:extLst>
              <a:ext uri="{FF2B5EF4-FFF2-40B4-BE49-F238E27FC236}">
                <a16:creationId xmlns:a16="http://schemas.microsoft.com/office/drawing/2014/main" id="{6A420EA7-9EA1-A815-3D77-3D579D74725F}"/>
              </a:ext>
            </a:extLst>
          </p:cNvPr>
          <p:cNvSpPr>
            <a:spLocks noGrp="1"/>
          </p:cNvSpPr>
          <p:nvPr>
            <p:ph type="body" sz="quarter" idx="30" hasCustomPrompt="1"/>
          </p:nvPr>
        </p:nvSpPr>
        <p:spPr>
          <a:xfrm>
            <a:off x="3371271" y="4234745"/>
            <a:ext cx="2667579" cy="511880"/>
          </a:xfrm>
          <a:prstGeom prst="rect">
            <a:avLst/>
          </a:prstGeom>
        </p:spPr>
        <p:txBody>
          <a:bodyPr lIns="0" tIns="0" rIns="0" bIns="0"/>
          <a:lstStyle>
            <a:lvl1pPr>
              <a:defRPr sz="1200" b="1" baseline="0">
                <a:solidFill>
                  <a:schemeClr val="tx1"/>
                </a:solidFill>
                <a:latin typeface="+mn-lt"/>
                <a:cs typeface="Arial" panose="020B0604020202020204" pitchFamily="34" charset="0"/>
              </a:defRPr>
            </a:lvl1pPr>
            <a:lvl2pPr>
              <a:defRPr sz="1200"/>
            </a:lvl2pPr>
            <a:lvl3pPr>
              <a:defRPr sz="1200"/>
            </a:lvl3pPr>
            <a:lvl4pPr>
              <a:defRPr sz="1200"/>
            </a:lvl4pPr>
            <a:lvl5pPr>
              <a:defRPr sz="1200"/>
            </a:lvl5pPr>
          </a:lstStyle>
          <a:p>
            <a:pPr>
              <a:lnSpc>
                <a:spcPts val="1400"/>
              </a:lnSpc>
            </a:pPr>
            <a:r>
              <a:rPr lang="ru-RU" sz="1200">
                <a:solidFill>
                  <a:schemeClr val="tx1"/>
                </a:solidFill>
              </a:rPr>
              <a:t>Подпись подпись к рисунку. </a:t>
            </a:r>
            <a:br>
              <a:rPr lang="ru-RU" sz="1200" dirty="0">
                <a:solidFill>
                  <a:schemeClr val="tx1"/>
                </a:solidFill>
              </a:rPr>
            </a:br>
            <a:r>
              <a:rPr lang="ru-RU" sz="1200">
                <a:solidFill>
                  <a:schemeClr val="tx1"/>
                </a:solidFill>
              </a:rPr>
              <a:t>Шрифт </a:t>
            </a:r>
            <a:r>
              <a:rPr lang="en-US" sz="1200">
                <a:solidFill>
                  <a:schemeClr val="tx1"/>
                </a:solidFill>
              </a:rPr>
              <a:t>Arial Regular 12</a:t>
            </a:r>
          </a:p>
        </p:txBody>
      </p:sp>
      <p:sp>
        <p:nvSpPr>
          <p:cNvPr id="18" name="Текст 20">
            <a:extLst>
              <a:ext uri="{FF2B5EF4-FFF2-40B4-BE49-F238E27FC236}">
                <a16:creationId xmlns:a16="http://schemas.microsoft.com/office/drawing/2014/main" id="{CC1D1C65-2907-F4F6-A7F6-19E419D3A31B}"/>
              </a:ext>
            </a:extLst>
          </p:cNvPr>
          <p:cNvSpPr>
            <a:spLocks noGrp="1"/>
          </p:cNvSpPr>
          <p:nvPr>
            <p:ph type="body" sz="quarter" idx="31" hasCustomPrompt="1"/>
          </p:nvPr>
        </p:nvSpPr>
        <p:spPr>
          <a:xfrm>
            <a:off x="6172200" y="4746626"/>
            <a:ext cx="2667001" cy="1144076"/>
          </a:xfrm>
          <a:prstGeom prst="rect">
            <a:avLst/>
          </a:prstGeom>
        </p:spPr>
        <p:txBody>
          <a:bodyPr lIns="0" tIns="0" rIns="0" bIns="0"/>
          <a:lstStyle>
            <a:lvl1pPr>
              <a:defRPr sz="1200" baseline="0">
                <a:solidFill>
                  <a:schemeClr val="tx1"/>
                </a:solidFill>
                <a:latin typeface="+mn-lt"/>
                <a:cs typeface="Arial" panose="020B0604020202020204" pitchFamily="34" charset="0"/>
              </a:defRPr>
            </a:lvl1pPr>
            <a:lvl2pPr>
              <a:defRPr sz="1200"/>
            </a:lvl2pPr>
            <a:lvl3pPr>
              <a:defRPr sz="1200"/>
            </a:lvl3pPr>
            <a:lvl4pPr>
              <a:defRPr sz="1200"/>
            </a:lvl4pPr>
            <a:lvl5pPr>
              <a:defRPr sz="1200"/>
            </a:lvl5pPr>
          </a:lstStyle>
          <a:p>
            <a:pPr>
              <a:lnSpc>
                <a:spcPts val="1400"/>
              </a:lnSpc>
            </a:pPr>
            <a:r>
              <a:rPr lang="ru-RU" sz="1200">
                <a:solidFill>
                  <a:schemeClr val="tx1"/>
                </a:solidFill>
              </a:rPr>
              <a:t>Подпись подпись к рисунку. </a:t>
            </a:r>
            <a:br>
              <a:rPr lang="ru-RU" sz="1200" dirty="0">
                <a:solidFill>
                  <a:schemeClr val="tx1"/>
                </a:solidFill>
              </a:rPr>
            </a:br>
            <a:r>
              <a:rPr lang="ru-RU" sz="1200">
                <a:solidFill>
                  <a:schemeClr val="tx1"/>
                </a:solidFill>
              </a:rPr>
              <a:t>Шрифт </a:t>
            </a:r>
            <a:r>
              <a:rPr lang="en-US" sz="1200">
                <a:solidFill>
                  <a:schemeClr val="tx1"/>
                </a:solidFill>
              </a:rPr>
              <a:t>Arial Regular 12 </a:t>
            </a:r>
            <a:br>
              <a:rPr lang="en-US" sz="1200" dirty="0">
                <a:solidFill>
                  <a:schemeClr val="tx1"/>
                </a:solidFill>
              </a:rPr>
            </a:br>
            <a:r>
              <a:rPr lang="en-US"/>
              <a:t>Lorem ipsum dolor sit amet, cons 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endParaRPr lang="ru-RU" sz="1200">
              <a:solidFill>
                <a:schemeClr val="tx1"/>
              </a:solidFill>
            </a:endParaRPr>
          </a:p>
        </p:txBody>
      </p:sp>
      <p:sp>
        <p:nvSpPr>
          <p:cNvPr id="19" name="Текст 20">
            <a:extLst>
              <a:ext uri="{FF2B5EF4-FFF2-40B4-BE49-F238E27FC236}">
                <a16:creationId xmlns:a16="http://schemas.microsoft.com/office/drawing/2014/main" id="{4EBF752E-6642-76AD-0DC1-83A2B8D56D04}"/>
              </a:ext>
            </a:extLst>
          </p:cNvPr>
          <p:cNvSpPr>
            <a:spLocks noGrp="1"/>
          </p:cNvSpPr>
          <p:nvPr>
            <p:ph type="body" sz="quarter" idx="32" hasCustomPrompt="1"/>
          </p:nvPr>
        </p:nvSpPr>
        <p:spPr>
          <a:xfrm>
            <a:off x="6172201" y="4234745"/>
            <a:ext cx="2667000" cy="511880"/>
          </a:xfrm>
          <a:prstGeom prst="rect">
            <a:avLst/>
          </a:prstGeom>
        </p:spPr>
        <p:txBody>
          <a:bodyPr lIns="0" tIns="0" rIns="0" bIns="0"/>
          <a:lstStyle>
            <a:lvl1pPr>
              <a:defRPr sz="1200" b="1" baseline="0">
                <a:solidFill>
                  <a:schemeClr val="tx1"/>
                </a:solidFill>
                <a:latin typeface="+mn-lt"/>
                <a:cs typeface="Arial" panose="020B0604020202020204" pitchFamily="34" charset="0"/>
              </a:defRPr>
            </a:lvl1pPr>
            <a:lvl2pPr>
              <a:defRPr sz="1200"/>
            </a:lvl2pPr>
            <a:lvl3pPr>
              <a:defRPr sz="1200"/>
            </a:lvl3pPr>
            <a:lvl4pPr>
              <a:defRPr sz="1200"/>
            </a:lvl4pPr>
            <a:lvl5pPr>
              <a:defRPr sz="1200"/>
            </a:lvl5pPr>
          </a:lstStyle>
          <a:p>
            <a:pPr>
              <a:lnSpc>
                <a:spcPts val="1400"/>
              </a:lnSpc>
            </a:pPr>
            <a:r>
              <a:rPr lang="ru-RU" sz="1200">
                <a:solidFill>
                  <a:schemeClr val="tx1"/>
                </a:solidFill>
              </a:rPr>
              <a:t>Подпись подпись к рисунку. </a:t>
            </a:r>
            <a:br>
              <a:rPr lang="ru-RU" sz="1200" dirty="0">
                <a:solidFill>
                  <a:schemeClr val="tx1"/>
                </a:solidFill>
              </a:rPr>
            </a:br>
            <a:r>
              <a:rPr lang="ru-RU" sz="1200">
                <a:solidFill>
                  <a:schemeClr val="tx1"/>
                </a:solidFill>
              </a:rPr>
              <a:t>Шрифт </a:t>
            </a:r>
            <a:r>
              <a:rPr lang="en-US" sz="1200">
                <a:solidFill>
                  <a:schemeClr val="tx1"/>
                </a:solidFill>
              </a:rPr>
              <a:t>Arial Regular 12</a:t>
            </a:r>
          </a:p>
        </p:txBody>
      </p:sp>
      <p:sp>
        <p:nvSpPr>
          <p:cNvPr id="20" name="Текст 20">
            <a:extLst>
              <a:ext uri="{FF2B5EF4-FFF2-40B4-BE49-F238E27FC236}">
                <a16:creationId xmlns:a16="http://schemas.microsoft.com/office/drawing/2014/main" id="{694FE88C-4379-3D8B-76A7-F5195EE7A8E5}"/>
              </a:ext>
            </a:extLst>
          </p:cNvPr>
          <p:cNvSpPr>
            <a:spLocks noGrp="1"/>
          </p:cNvSpPr>
          <p:nvPr>
            <p:ph type="body" sz="quarter" idx="33" hasCustomPrompt="1"/>
          </p:nvPr>
        </p:nvSpPr>
        <p:spPr>
          <a:xfrm>
            <a:off x="8982362" y="4746626"/>
            <a:ext cx="2667001" cy="1144076"/>
          </a:xfrm>
          <a:prstGeom prst="rect">
            <a:avLst/>
          </a:prstGeom>
        </p:spPr>
        <p:txBody>
          <a:bodyPr lIns="0" tIns="0" rIns="0" bIns="0"/>
          <a:lstStyle>
            <a:lvl1pPr>
              <a:defRPr sz="1200" baseline="0">
                <a:solidFill>
                  <a:schemeClr val="tx1"/>
                </a:solidFill>
                <a:latin typeface="+mn-lt"/>
                <a:cs typeface="Arial" panose="020B0604020202020204" pitchFamily="34" charset="0"/>
              </a:defRPr>
            </a:lvl1pPr>
            <a:lvl2pPr>
              <a:defRPr sz="1200"/>
            </a:lvl2pPr>
            <a:lvl3pPr>
              <a:defRPr sz="1200"/>
            </a:lvl3pPr>
            <a:lvl4pPr>
              <a:defRPr sz="1200"/>
            </a:lvl4pPr>
            <a:lvl5pPr>
              <a:defRPr sz="1200"/>
            </a:lvl5pPr>
          </a:lstStyle>
          <a:p>
            <a:pPr>
              <a:lnSpc>
                <a:spcPts val="1400"/>
              </a:lnSpc>
            </a:pPr>
            <a:r>
              <a:rPr lang="ru-RU" sz="1200">
                <a:solidFill>
                  <a:schemeClr val="tx1"/>
                </a:solidFill>
              </a:rPr>
              <a:t>Подпись подпись к рисунку. </a:t>
            </a:r>
            <a:br>
              <a:rPr lang="ru-RU" sz="1200" dirty="0">
                <a:solidFill>
                  <a:schemeClr val="tx1"/>
                </a:solidFill>
              </a:rPr>
            </a:br>
            <a:r>
              <a:rPr lang="ru-RU" sz="1200">
                <a:solidFill>
                  <a:schemeClr val="tx1"/>
                </a:solidFill>
              </a:rPr>
              <a:t>Шрифт </a:t>
            </a:r>
            <a:r>
              <a:rPr lang="en-US" sz="1200">
                <a:solidFill>
                  <a:schemeClr val="tx1"/>
                </a:solidFill>
              </a:rPr>
              <a:t>Arial Regular 12 </a:t>
            </a:r>
            <a:br>
              <a:rPr lang="en-US" sz="1200" dirty="0">
                <a:solidFill>
                  <a:schemeClr val="tx1"/>
                </a:solidFill>
              </a:rPr>
            </a:br>
            <a:r>
              <a:rPr lang="en-US"/>
              <a:t>Lorem ipsum dolor sit amet, cons 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endParaRPr lang="ru-RU" sz="1200">
              <a:solidFill>
                <a:schemeClr val="tx1"/>
              </a:solidFill>
            </a:endParaRPr>
          </a:p>
        </p:txBody>
      </p:sp>
      <p:sp>
        <p:nvSpPr>
          <p:cNvPr id="21" name="Текст 20">
            <a:extLst>
              <a:ext uri="{FF2B5EF4-FFF2-40B4-BE49-F238E27FC236}">
                <a16:creationId xmlns:a16="http://schemas.microsoft.com/office/drawing/2014/main" id="{516FBFF7-C429-CE9B-EDF9-4E3B4C6544F0}"/>
              </a:ext>
            </a:extLst>
          </p:cNvPr>
          <p:cNvSpPr>
            <a:spLocks noGrp="1"/>
          </p:cNvSpPr>
          <p:nvPr>
            <p:ph type="body" sz="quarter" idx="34" hasCustomPrompt="1"/>
          </p:nvPr>
        </p:nvSpPr>
        <p:spPr>
          <a:xfrm>
            <a:off x="8985538" y="4234745"/>
            <a:ext cx="2661950" cy="511880"/>
          </a:xfrm>
          <a:prstGeom prst="rect">
            <a:avLst/>
          </a:prstGeom>
        </p:spPr>
        <p:txBody>
          <a:bodyPr lIns="0" tIns="0" rIns="0" bIns="0"/>
          <a:lstStyle>
            <a:lvl1pPr>
              <a:defRPr sz="1200" b="1" baseline="0">
                <a:solidFill>
                  <a:schemeClr val="tx1"/>
                </a:solidFill>
                <a:latin typeface="+mn-lt"/>
                <a:cs typeface="Arial" panose="020B0604020202020204" pitchFamily="34" charset="0"/>
              </a:defRPr>
            </a:lvl1pPr>
            <a:lvl2pPr>
              <a:defRPr sz="1200"/>
            </a:lvl2pPr>
            <a:lvl3pPr>
              <a:defRPr sz="1200"/>
            </a:lvl3pPr>
            <a:lvl4pPr>
              <a:defRPr sz="1200"/>
            </a:lvl4pPr>
            <a:lvl5pPr>
              <a:defRPr sz="1200"/>
            </a:lvl5pPr>
          </a:lstStyle>
          <a:p>
            <a:pPr>
              <a:lnSpc>
                <a:spcPts val="1400"/>
              </a:lnSpc>
            </a:pPr>
            <a:r>
              <a:rPr lang="ru-RU" sz="1200">
                <a:solidFill>
                  <a:schemeClr val="tx1"/>
                </a:solidFill>
              </a:rPr>
              <a:t>Подпись подпись к рисунку. </a:t>
            </a:r>
            <a:br>
              <a:rPr lang="ru-RU" sz="1200" dirty="0">
                <a:solidFill>
                  <a:schemeClr val="tx1"/>
                </a:solidFill>
              </a:rPr>
            </a:br>
            <a:r>
              <a:rPr lang="ru-RU" sz="1200">
                <a:solidFill>
                  <a:schemeClr val="tx1"/>
                </a:solidFill>
              </a:rPr>
              <a:t>Шрифт </a:t>
            </a:r>
            <a:r>
              <a:rPr lang="en-US" sz="1200">
                <a:solidFill>
                  <a:schemeClr val="tx1"/>
                </a:solidFill>
              </a:rPr>
              <a:t>Arial Regular 12</a:t>
            </a:r>
          </a:p>
        </p:txBody>
      </p:sp>
      <p:sp>
        <p:nvSpPr>
          <p:cNvPr id="24" name="Текст 3">
            <a:extLst>
              <a:ext uri="{FF2B5EF4-FFF2-40B4-BE49-F238E27FC236}">
                <a16:creationId xmlns:a16="http://schemas.microsoft.com/office/drawing/2014/main" id="{52DF74F6-6CCA-4803-B4CB-F96B4A811D4E}"/>
              </a:ext>
            </a:extLst>
          </p:cNvPr>
          <p:cNvSpPr>
            <a:spLocks noGrp="1"/>
          </p:cNvSpPr>
          <p:nvPr>
            <p:ph type="body" sz="quarter" idx="17" hasCustomPrompt="1"/>
          </p:nvPr>
        </p:nvSpPr>
        <p:spPr>
          <a:xfrm>
            <a:off x="1619251" y="6238124"/>
            <a:ext cx="9277350" cy="391275"/>
          </a:xfrm>
          <a:prstGeom prst="rect">
            <a:avLst/>
          </a:prstGeom>
        </p:spPr>
        <p:txBody>
          <a:bodyPr lIns="0" tIns="0"/>
          <a:lstStyle>
            <a:lvl1pPr>
              <a:defRPr sz="900">
                <a:solidFill>
                  <a:schemeClr val="tx1"/>
                </a:solidFill>
              </a:defRPr>
            </a:lvl1pPr>
          </a:lstStyle>
          <a:p>
            <a:pPr lvl="0"/>
            <a:r>
              <a:rPr lang="ru-RU"/>
              <a:t>Сноска. Шрифт </a:t>
            </a:r>
            <a:r>
              <a:rPr lang="en-US"/>
              <a:t>Arial Regular </a:t>
            </a:r>
            <a:r>
              <a:rPr lang="ru-RU"/>
              <a:t>9</a:t>
            </a:r>
          </a:p>
        </p:txBody>
      </p:sp>
      <p:sp>
        <p:nvSpPr>
          <p:cNvPr id="25" name="Номер слайда 5">
            <a:extLst>
              <a:ext uri="{FF2B5EF4-FFF2-40B4-BE49-F238E27FC236}">
                <a16:creationId xmlns:a16="http://schemas.microsoft.com/office/drawing/2014/main" id="{35CC99ED-8696-4AE6-87A9-2C30D2D128EB}"/>
              </a:ext>
            </a:extLst>
          </p:cNvPr>
          <p:cNvSpPr>
            <a:spLocks noGrp="1"/>
          </p:cNvSpPr>
          <p:nvPr>
            <p:ph type="sldNum" sz="quarter" idx="4"/>
          </p:nvPr>
        </p:nvSpPr>
        <p:spPr>
          <a:xfrm>
            <a:off x="11342050" y="6362699"/>
            <a:ext cx="485775" cy="266700"/>
          </a:xfrm>
          <a:prstGeom prst="rect">
            <a:avLst/>
          </a:prstGeom>
        </p:spPr>
        <p:txBody>
          <a:bodyPr lIns="0" tIns="0" rIns="0" bIns="0" anchor="b" anchorCtr="0"/>
          <a:lstStyle>
            <a:lvl1pPr algn="r">
              <a:defRPr sz="900">
                <a:solidFill>
                  <a:schemeClr val="tx1"/>
                </a:solidFill>
                <a:latin typeface="Arial" panose="020B0604020202020204" pitchFamily="34" charset="0"/>
                <a:cs typeface="Arial" panose="020B0604020202020204" pitchFamily="34" charset="0"/>
              </a:defRPr>
            </a:lvl1pPr>
          </a:lstStyle>
          <a:p>
            <a:fld id="{527D41D6-7756-D84E-A787-9DAD2BF0F149}" type="slidenum">
              <a:rPr lang="ru-RU" smtClean="0"/>
              <a:pPr/>
              <a:t>‹#›</a:t>
            </a:fld>
            <a:endParaRPr lang="ru-RU"/>
          </a:p>
        </p:txBody>
      </p:sp>
      <p:sp>
        <p:nvSpPr>
          <p:cNvPr id="26" name="Текст 5">
            <a:extLst>
              <a:ext uri="{FF2B5EF4-FFF2-40B4-BE49-F238E27FC236}">
                <a16:creationId xmlns:a16="http://schemas.microsoft.com/office/drawing/2014/main" id="{4B971074-74D1-43AB-A3FC-4C7544B7BBDC}"/>
              </a:ext>
            </a:extLst>
          </p:cNvPr>
          <p:cNvSpPr>
            <a:spLocks noGrp="1"/>
          </p:cNvSpPr>
          <p:nvPr>
            <p:ph type="body" sz="quarter" idx="10" hasCustomPrompt="1"/>
          </p:nvPr>
        </p:nvSpPr>
        <p:spPr>
          <a:xfrm>
            <a:off x="364175" y="225092"/>
            <a:ext cx="11463650" cy="660733"/>
          </a:xfrm>
          <a:prstGeom prst="rect">
            <a:avLst/>
          </a:prstGeom>
        </p:spPr>
        <p:txBody>
          <a:bodyPr lIns="0" tIns="0" rIns="0" bIns="0"/>
          <a:lstStyle>
            <a:lvl1pPr>
              <a:lnSpc>
                <a:spcPct val="90000"/>
              </a:lnSpc>
              <a:spcBef>
                <a:spcPts val="0"/>
              </a:spcBef>
              <a:defRPr sz="2400" b="1" i="0" baseline="0">
                <a:solidFill>
                  <a:schemeClr val="tx1"/>
                </a:solidFill>
                <a:latin typeface="+mj-lt"/>
              </a:defRPr>
            </a:lvl1pPr>
          </a:lstStyle>
          <a:p>
            <a:pPr lvl="0"/>
            <a:r>
              <a:rPr lang="ru-RU"/>
              <a:t>Заголовок слайда в две строки</a:t>
            </a:r>
            <a:br>
              <a:rPr lang="ru-RU" dirty="0"/>
            </a:br>
            <a:r>
              <a:rPr lang="ru-RU"/>
              <a:t>Шрифт </a:t>
            </a:r>
            <a:r>
              <a:rPr lang="en-US"/>
              <a:t>Arial Bold </a:t>
            </a:r>
            <a:r>
              <a:rPr lang="ru-RU"/>
              <a:t>24</a:t>
            </a:r>
          </a:p>
        </p:txBody>
      </p:sp>
    </p:spTree>
    <p:extLst>
      <p:ext uri="{BB962C8B-B14F-4D97-AF65-F5344CB8AC3E}">
        <p14:creationId xmlns:p14="http://schemas.microsoft.com/office/powerpoint/2010/main" val="3095332334"/>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Внутренняя страница_6">
    <p:spTree>
      <p:nvGrpSpPr>
        <p:cNvPr id="1" name=""/>
        <p:cNvGrpSpPr/>
        <p:nvPr/>
      </p:nvGrpSpPr>
      <p:grpSpPr>
        <a:xfrm>
          <a:off x="0" y="0"/>
          <a:ext cx="0" cy="0"/>
          <a:chOff x="0" y="0"/>
          <a:chExt cx="0" cy="0"/>
        </a:xfrm>
      </p:grpSpPr>
      <p:sp>
        <p:nvSpPr>
          <p:cNvPr id="9" name="Текст 16">
            <a:extLst>
              <a:ext uri="{FF2B5EF4-FFF2-40B4-BE49-F238E27FC236}">
                <a16:creationId xmlns:a16="http://schemas.microsoft.com/office/drawing/2014/main" id="{A2706742-AF2A-DC61-1BFC-8976C9A5F3FC}"/>
              </a:ext>
            </a:extLst>
          </p:cNvPr>
          <p:cNvSpPr>
            <a:spLocks noGrp="1"/>
          </p:cNvSpPr>
          <p:nvPr>
            <p:ph type="body" sz="quarter" idx="15" hasCustomPrompt="1"/>
          </p:nvPr>
        </p:nvSpPr>
        <p:spPr>
          <a:xfrm>
            <a:off x="554037" y="1934651"/>
            <a:ext cx="4075113" cy="2144054"/>
          </a:xfrm>
          <a:prstGeom prst="rect">
            <a:avLst/>
          </a:prstGeom>
        </p:spPr>
        <p:txBody>
          <a:bodyPr lIns="0" tIns="0" rIns="0" bIns="0"/>
          <a:lstStyle>
            <a:lvl1pPr>
              <a:lnSpc>
                <a:spcPts val="1400"/>
              </a:lnSpc>
              <a:spcBef>
                <a:spcPts val="0"/>
              </a:spcBef>
              <a:defRPr sz="1200" baseline="0">
                <a:solidFill>
                  <a:schemeClr val="tx1"/>
                </a:solidFill>
              </a:defRPr>
            </a:lvl1pPr>
            <a:lvl2pPr>
              <a:lnSpc>
                <a:spcPts val="1400"/>
              </a:lnSpc>
              <a:defRPr sz="1200" baseline="0"/>
            </a:lvl2pPr>
            <a:lvl3pPr>
              <a:lnSpc>
                <a:spcPts val="1400"/>
              </a:lnSpc>
              <a:defRPr sz="1200" baseline="0"/>
            </a:lvl3pPr>
            <a:lvl4pPr>
              <a:lnSpc>
                <a:spcPts val="1400"/>
              </a:lnSpc>
              <a:defRPr sz="1200" baseline="0"/>
            </a:lvl4pPr>
            <a:lvl5pPr>
              <a:lnSpc>
                <a:spcPts val="1400"/>
              </a:lnSpc>
              <a:defRPr sz="1200" baseline="0"/>
            </a:lvl5pPr>
          </a:lstStyle>
          <a:p>
            <a:pPr lvl="0"/>
            <a:r>
              <a:rPr lang="ru-RU"/>
              <a:t>Основной текст. Шрифт </a:t>
            </a:r>
            <a:r>
              <a:rPr lang="en-US"/>
              <a:t>Arial Regular 12. </a:t>
            </a:r>
            <a:br>
              <a:rPr lang="ru-RU" dirty="0"/>
            </a:br>
            <a:r>
              <a:rPr lang="ru-RU"/>
              <a:t>С</a:t>
            </a:r>
            <a:r>
              <a:rPr lang="en-US"/>
              <a:t>onsectetuer</a:t>
            </a:r>
            <a:r>
              <a:rPr lang="ru-RU"/>
              <a:t> </a:t>
            </a:r>
            <a:r>
              <a:rPr lang="en-US"/>
              <a:t>adipiscing</a:t>
            </a:r>
            <a:r>
              <a:rPr lang="ru-RU"/>
              <a:t> </a:t>
            </a:r>
            <a:r>
              <a:rPr lang="en-US"/>
              <a:t>elit, sed diam nonummy</a:t>
            </a:r>
            <a:r>
              <a:rPr lang="ru-RU"/>
              <a:t> </a:t>
            </a:r>
            <a:r>
              <a:rPr lang="en-US"/>
              <a:t>nibh</a:t>
            </a:r>
            <a:r>
              <a:rPr lang="ru-RU"/>
              <a:t> </a:t>
            </a:r>
            <a:r>
              <a:rPr lang="en-US"/>
              <a:t>euismod</a:t>
            </a:r>
            <a:r>
              <a:rPr lang="ru-RU"/>
              <a:t> </a:t>
            </a:r>
            <a:r>
              <a:rPr lang="en-US"/>
              <a:t>tincidunt</a:t>
            </a:r>
            <a:r>
              <a:rPr lang="ru-RU"/>
              <a:t> </a:t>
            </a:r>
            <a:r>
              <a:rPr lang="en-US"/>
              <a:t>ut</a:t>
            </a:r>
            <a:r>
              <a:rPr lang="ru-RU"/>
              <a:t> </a:t>
            </a:r>
            <a:r>
              <a:rPr lang="en-US"/>
              <a:t>laoreet dolore magna aliquam</a:t>
            </a:r>
            <a:r>
              <a:rPr lang="ru-RU"/>
              <a:t> </a:t>
            </a:r>
            <a:r>
              <a:rPr lang="en-US"/>
              <a:t>erat</a:t>
            </a:r>
            <a:r>
              <a:rPr lang="ru-RU"/>
              <a:t> </a:t>
            </a:r>
            <a:r>
              <a:rPr lang="en-US"/>
              <a:t>volutpat. Ut wisi</a:t>
            </a:r>
            <a:r>
              <a:rPr lang="ru-RU"/>
              <a:t> </a:t>
            </a:r>
            <a:r>
              <a:rPr lang="en-US"/>
              <a:t>enim ad minim veniam</a:t>
            </a:r>
            <a:r>
              <a:rPr lang="ru-RU"/>
              <a:t>, </a:t>
            </a:r>
            <a:r>
              <a:rPr lang="en-US"/>
              <a:t>quis</a:t>
            </a:r>
            <a:r>
              <a:rPr lang="ru-RU"/>
              <a:t> </a:t>
            </a:r>
            <a:r>
              <a:rPr lang="en-US"/>
              <a:t>nostrud</a:t>
            </a:r>
            <a:r>
              <a:rPr lang="ru-RU"/>
              <a:t> </a:t>
            </a:r>
            <a:r>
              <a:rPr lang="en-US"/>
              <a:t>exerci</a:t>
            </a:r>
            <a:r>
              <a:rPr lang="ru-RU"/>
              <a:t> </a:t>
            </a:r>
            <a:r>
              <a:rPr lang="en-US"/>
              <a:t>tation</a:t>
            </a:r>
            <a:r>
              <a:rPr lang="ru-RU"/>
              <a:t> </a:t>
            </a:r>
            <a:r>
              <a:rPr lang="en-US"/>
              <a:t>ullamcorper</a:t>
            </a:r>
            <a:r>
              <a:rPr lang="ru-RU"/>
              <a:t> </a:t>
            </a:r>
            <a:r>
              <a:rPr lang="en-US"/>
              <a:t>suscipit</a:t>
            </a:r>
            <a:r>
              <a:rPr lang="ru-RU"/>
              <a:t> </a:t>
            </a:r>
            <a:r>
              <a:rPr lang="en-US"/>
              <a:t>lobortis</a:t>
            </a:r>
            <a:r>
              <a:rPr lang="ru-RU"/>
              <a:t> </a:t>
            </a:r>
            <a:r>
              <a:rPr lang="en-US"/>
              <a:t>nisl</a:t>
            </a:r>
            <a:r>
              <a:rPr lang="ru-RU"/>
              <a:t> </a:t>
            </a:r>
            <a:r>
              <a:rPr lang="en-US"/>
              <a:t>ut</a:t>
            </a:r>
            <a:r>
              <a:rPr lang="ru-RU"/>
              <a:t> </a:t>
            </a:r>
            <a:r>
              <a:rPr lang="en-US"/>
              <a:t>aliquip ex ea</a:t>
            </a:r>
            <a:r>
              <a:rPr lang="ru-RU"/>
              <a:t> </a:t>
            </a:r>
            <a:r>
              <a:rPr lang="en-US"/>
              <a:t>commodo</a:t>
            </a:r>
            <a:r>
              <a:rPr lang="ru-RU"/>
              <a:t> </a:t>
            </a:r>
            <a:r>
              <a:rPr lang="en-US"/>
              <a:t>consequat. Duis autem vel eum</a:t>
            </a:r>
            <a:r>
              <a:rPr lang="ru-RU"/>
              <a:t> </a:t>
            </a:r>
            <a:r>
              <a:rPr lang="en-US"/>
              <a:t>iriure dolor in hendrerit in vulputate</a:t>
            </a:r>
            <a:r>
              <a:rPr lang="ru-RU"/>
              <a:t> </a:t>
            </a:r>
            <a:r>
              <a:rPr lang="en-US"/>
              <a:t>velit</a:t>
            </a:r>
            <a:r>
              <a:rPr lang="ru-RU"/>
              <a:t> </a:t>
            </a:r>
            <a:r>
              <a:rPr lang="en-US"/>
              <a:t>esse</a:t>
            </a:r>
            <a:r>
              <a:rPr lang="ru-RU"/>
              <a:t> </a:t>
            </a:r>
            <a:r>
              <a:rPr lang="en-US"/>
              <a:t>molestie</a:t>
            </a:r>
            <a:r>
              <a:rPr lang="ru-RU"/>
              <a:t> </a:t>
            </a:r>
            <a:r>
              <a:rPr lang="en-US"/>
              <a:t>consequat, vel illum dolore eu</a:t>
            </a:r>
            <a:r>
              <a:rPr lang="ru-RU"/>
              <a:t> </a:t>
            </a:r>
            <a:r>
              <a:rPr lang="en-US"/>
              <a:t>feugiat</a:t>
            </a:r>
            <a:r>
              <a:rPr lang="ru-RU"/>
              <a:t> </a:t>
            </a:r>
            <a:r>
              <a:rPr lang="en-US"/>
              <a:t>nulla</a:t>
            </a:r>
            <a:r>
              <a:rPr lang="ru-RU"/>
              <a:t> </a:t>
            </a:r>
            <a:r>
              <a:rPr lang="en-US"/>
              <a:t>facilisis at vero eros et accumsan et iusto</a:t>
            </a:r>
            <a:r>
              <a:rPr lang="ru-RU"/>
              <a:t> </a:t>
            </a:r>
            <a:r>
              <a:rPr lang="en-US"/>
              <a:t>odio</a:t>
            </a:r>
            <a:r>
              <a:rPr lang="ru-RU"/>
              <a:t> </a:t>
            </a:r>
            <a:r>
              <a:rPr lang="en-US"/>
              <a:t>dignissim qui blandit</a:t>
            </a:r>
            <a:r>
              <a:rPr lang="ru-RU"/>
              <a:t> </a:t>
            </a:r>
            <a:r>
              <a:rPr lang="en-US"/>
              <a:t>praesent</a:t>
            </a:r>
            <a:r>
              <a:rPr lang="ru-RU"/>
              <a:t> </a:t>
            </a:r>
            <a:r>
              <a:rPr lang="en-US"/>
              <a:t>luptatum</a:t>
            </a:r>
            <a:r>
              <a:rPr lang="ru-RU"/>
              <a:t> </a:t>
            </a:r>
            <a:r>
              <a:rPr lang="en-US"/>
              <a:t>zzril</a:t>
            </a:r>
            <a:r>
              <a:rPr lang="ru-RU"/>
              <a:t> </a:t>
            </a:r>
            <a:r>
              <a:rPr lang="en-US"/>
              <a:t>delenit</a:t>
            </a:r>
            <a:r>
              <a:rPr lang="ru-RU"/>
              <a:t> </a:t>
            </a:r>
            <a:r>
              <a:rPr lang="en-US"/>
              <a:t>augue</a:t>
            </a:r>
            <a:r>
              <a:rPr lang="ru-RU"/>
              <a:t> </a:t>
            </a:r>
            <a:r>
              <a:rPr lang="en-US"/>
              <a:t>duis dolore te</a:t>
            </a:r>
            <a:r>
              <a:rPr lang="ru-RU"/>
              <a:t> </a:t>
            </a:r>
            <a:r>
              <a:rPr lang="en-US"/>
              <a:t>feugait</a:t>
            </a:r>
            <a:r>
              <a:rPr lang="ru-RU"/>
              <a:t> </a:t>
            </a:r>
            <a:r>
              <a:rPr lang="en-US"/>
              <a:t>nulla</a:t>
            </a:r>
            <a:r>
              <a:rPr lang="ru-RU"/>
              <a:t> </a:t>
            </a:r>
            <a:r>
              <a:rPr lang="en-US"/>
              <a:t>facilisi</a:t>
            </a:r>
            <a:r>
              <a:rPr lang="ru-RU"/>
              <a:t>. </a:t>
            </a:r>
          </a:p>
        </p:txBody>
      </p:sp>
      <p:sp>
        <p:nvSpPr>
          <p:cNvPr id="11" name="Текст 3">
            <a:extLst>
              <a:ext uri="{FF2B5EF4-FFF2-40B4-BE49-F238E27FC236}">
                <a16:creationId xmlns:a16="http://schemas.microsoft.com/office/drawing/2014/main" id="{4C70397A-45C2-4EF4-84A2-C14622476840}"/>
              </a:ext>
            </a:extLst>
          </p:cNvPr>
          <p:cNvSpPr>
            <a:spLocks noGrp="1"/>
          </p:cNvSpPr>
          <p:nvPr>
            <p:ph type="body" sz="quarter" idx="17" hasCustomPrompt="1"/>
          </p:nvPr>
        </p:nvSpPr>
        <p:spPr>
          <a:xfrm>
            <a:off x="1619251" y="6238124"/>
            <a:ext cx="9277350" cy="391275"/>
          </a:xfrm>
          <a:prstGeom prst="rect">
            <a:avLst/>
          </a:prstGeom>
        </p:spPr>
        <p:txBody>
          <a:bodyPr lIns="0" tIns="0"/>
          <a:lstStyle>
            <a:lvl1pPr>
              <a:defRPr sz="900">
                <a:solidFill>
                  <a:schemeClr val="tx1"/>
                </a:solidFill>
              </a:defRPr>
            </a:lvl1pPr>
          </a:lstStyle>
          <a:p>
            <a:pPr lvl="0"/>
            <a:r>
              <a:rPr lang="ru-RU"/>
              <a:t>Сноска. Шрифт </a:t>
            </a:r>
            <a:r>
              <a:rPr lang="en-US"/>
              <a:t>Arial Regular </a:t>
            </a:r>
            <a:r>
              <a:rPr lang="ru-RU"/>
              <a:t>9</a:t>
            </a:r>
          </a:p>
        </p:txBody>
      </p:sp>
      <p:sp>
        <p:nvSpPr>
          <p:cNvPr id="12" name="Номер слайда 5">
            <a:extLst>
              <a:ext uri="{FF2B5EF4-FFF2-40B4-BE49-F238E27FC236}">
                <a16:creationId xmlns:a16="http://schemas.microsoft.com/office/drawing/2014/main" id="{45303B5C-8927-4448-AF87-9B1F95064D06}"/>
              </a:ext>
            </a:extLst>
          </p:cNvPr>
          <p:cNvSpPr>
            <a:spLocks noGrp="1"/>
          </p:cNvSpPr>
          <p:nvPr>
            <p:ph type="sldNum" sz="quarter" idx="4"/>
          </p:nvPr>
        </p:nvSpPr>
        <p:spPr>
          <a:xfrm>
            <a:off x="11342050" y="6362699"/>
            <a:ext cx="485775" cy="266700"/>
          </a:xfrm>
          <a:prstGeom prst="rect">
            <a:avLst/>
          </a:prstGeom>
        </p:spPr>
        <p:txBody>
          <a:bodyPr lIns="0" tIns="0" rIns="0" bIns="0" anchor="b" anchorCtr="0"/>
          <a:lstStyle>
            <a:lvl1pPr algn="r">
              <a:defRPr sz="900">
                <a:solidFill>
                  <a:schemeClr val="tx1"/>
                </a:solidFill>
                <a:latin typeface="Arial" panose="020B0604020202020204" pitchFamily="34" charset="0"/>
                <a:cs typeface="Arial" panose="020B0604020202020204" pitchFamily="34" charset="0"/>
              </a:defRPr>
            </a:lvl1pPr>
          </a:lstStyle>
          <a:p>
            <a:fld id="{527D41D6-7756-D84E-A787-9DAD2BF0F149}" type="slidenum">
              <a:rPr lang="ru-RU" smtClean="0"/>
              <a:pPr/>
              <a:t>‹#›</a:t>
            </a:fld>
            <a:endParaRPr lang="ru-RU"/>
          </a:p>
        </p:txBody>
      </p:sp>
      <p:sp>
        <p:nvSpPr>
          <p:cNvPr id="13" name="Текст 5">
            <a:extLst>
              <a:ext uri="{FF2B5EF4-FFF2-40B4-BE49-F238E27FC236}">
                <a16:creationId xmlns:a16="http://schemas.microsoft.com/office/drawing/2014/main" id="{09C1EA99-A3BF-4009-9D5C-413434A75FC8}"/>
              </a:ext>
            </a:extLst>
          </p:cNvPr>
          <p:cNvSpPr>
            <a:spLocks noGrp="1"/>
          </p:cNvSpPr>
          <p:nvPr>
            <p:ph type="body" sz="quarter" idx="10" hasCustomPrompt="1"/>
          </p:nvPr>
        </p:nvSpPr>
        <p:spPr>
          <a:xfrm>
            <a:off x="364175" y="225092"/>
            <a:ext cx="11463650" cy="660733"/>
          </a:xfrm>
          <a:prstGeom prst="rect">
            <a:avLst/>
          </a:prstGeom>
        </p:spPr>
        <p:txBody>
          <a:bodyPr lIns="0" tIns="0" rIns="0" bIns="0"/>
          <a:lstStyle>
            <a:lvl1pPr>
              <a:lnSpc>
                <a:spcPct val="90000"/>
              </a:lnSpc>
              <a:spcBef>
                <a:spcPts val="0"/>
              </a:spcBef>
              <a:defRPr sz="2400" b="1" i="0" baseline="0">
                <a:solidFill>
                  <a:schemeClr val="tx1"/>
                </a:solidFill>
                <a:latin typeface="+mj-lt"/>
              </a:defRPr>
            </a:lvl1pPr>
          </a:lstStyle>
          <a:p>
            <a:pPr lvl="0"/>
            <a:r>
              <a:rPr lang="ru-RU"/>
              <a:t>Заголовок слайда в две строки</a:t>
            </a:r>
            <a:br>
              <a:rPr lang="ru-RU" dirty="0"/>
            </a:br>
            <a:r>
              <a:rPr lang="ru-RU"/>
              <a:t>Шрифт </a:t>
            </a:r>
            <a:r>
              <a:rPr lang="en-US"/>
              <a:t>Arial Bold </a:t>
            </a:r>
            <a:r>
              <a:rPr lang="ru-RU"/>
              <a:t>24</a:t>
            </a:r>
          </a:p>
        </p:txBody>
      </p:sp>
    </p:spTree>
    <p:extLst>
      <p:ext uri="{BB962C8B-B14F-4D97-AF65-F5344CB8AC3E}">
        <p14:creationId xmlns:p14="http://schemas.microsoft.com/office/powerpoint/2010/main" val="1498934458"/>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Внутренняя страница_7">
    <p:spTree>
      <p:nvGrpSpPr>
        <p:cNvPr id="1" name=""/>
        <p:cNvGrpSpPr/>
        <p:nvPr/>
      </p:nvGrpSpPr>
      <p:grpSpPr>
        <a:xfrm>
          <a:off x="0" y="0"/>
          <a:ext cx="0" cy="0"/>
          <a:chOff x="0" y="0"/>
          <a:chExt cx="0" cy="0"/>
        </a:xfrm>
      </p:grpSpPr>
      <p:sp>
        <p:nvSpPr>
          <p:cNvPr id="9" name="Текст 3">
            <a:extLst>
              <a:ext uri="{FF2B5EF4-FFF2-40B4-BE49-F238E27FC236}">
                <a16:creationId xmlns:a16="http://schemas.microsoft.com/office/drawing/2014/main" id="{F4EADE36-7228-4328-B953-053A78FFB65C}"/>
              </a:ext>
            </a:extLst>
          </p:cNvPr>
          <p:cNvSpPr>
            <a:spLocks noGrp="1"/>
          </p:cNvSpPr>
          <p:nvPr>
            <p:ph type="body" sz="quarter" idx="17" hasCustomPrompt="1"/>
          </p:nvPr>
        </p:nvSpPr>
        <p:spPr>
          <a:xfrm>
            <a:off x="1619251" y="6238124"/>
            <a:ext cx="9277350" cy="391275"/>
          </a:xfrm>
          <a:prstGeom prst="rect">
            <a:avLst/>
          </a:prstGeom>
        </p:spPr>
        <p:txBody>
          <a:bodyPr lIns="0" tIns="0"/>
          <a:lstStyle>
            <a:lvl1pPr>
              <a:defRPr sz="900">
                <a:solidFill>
                  <a:schemeClr val="tx1"/>
                </a:solidFill>
              </a:defRPr>
            </a:lvl1pPr>
          </a:lstStyle>
          <a:p>
            <a:pPr lvl="0"/>
            <a:r>
              <a:rPr lang="ru-RU"/>
              <a:t>Сноска. Шрифт </a:t>
            </a:r>
            <a:r>
              <a:rPr lang="en-US"/>
              <a:t>Arial Regular </a:t>
            </a:r>
            <a:r>
              <a:rPr lang="ru-RU"/>
              <a:t>9</a:t>
            </a:r>
          </a:p>
        </p:txBody>
      </p:sp>
      <p:sp>
        <p:nvSpPr>
          <p:cNvPr id="10" name="Номер слайда 5">
            <a:extLst>
              <a:ext uri="{FF2B5EF4-FFF2-40B4-BE49-F238E27FC236}">
                <a16:creationId xmlns:a16="http://schemas.microsoft.com/office/drawing/2014/main" id="{B17D90FF-1B5F-46FE-8880-4FF59512C999}"/>
              </a:ext>
            </a:extLst>
          </p:cNvPr>
          <p:cNvSpPr>
            <a:spLocks noGrp="1"/>
          </p:cNvSpPr>
          <p:nvPr>
            <p:ph type="sldNum" sz="quarter" idx="4"/>
          </p:nvPr>
        </p:nvSpPr>
        <p:spPr>
          <a:xfrm>
            <a:off x="11342050" y="6362699"/>
            <a:ext cx="485775" cy="266700"/>
          </a:xfrm>
          <a:prstGeom prst="rect">
            <a:avLst/>
          </a:prstGeom>
        </p:spPr>
        <p:txBody>
          <a:bodyPr lIns="0" tIns="0" rIns="0" bIns="0" anchor="b" anchorCtr="0"/>
          <a:lstStyle>
            <a:lvl1pPr algn="r">
              <a:defRPr sz="900">
                <a:solidFill>
                  <a:schemeClr val="tx1"/>
                </a:solidFill>
                <a:latin typeface="Arial" panose="020B0604020202020204" pitchFamily="34" charset="0"/>
                <a:cs typeface="Arial" panose="020B0604020202020204" pitchFamily="34" charset="0"/>
              </a:defRPr>
            </a:lvl1pPr>
          </a:lstStyle>
          <a:p>
            <a:fld id="{527D41D6-7756-D84E-A787-9DAD2BF0F149}" type="slidenum">
              <a:rPr lang="ru-RU" smtClean="0"/>
              <a:pPr/>
              <a:t>‹#›</a:t>
            </a:fld>
            <a:endParaRPr lang="ru-RU"/>
          </a:p>
        </p:txBody>
      </p:sp>
      <p:sp>
        <p:nvSpPr>
          <p:cNvPr id="11" name="Текст 5">
            <a:extLst>
              <a:ext uri="{FF2B5EF4-FFF2-40B4-BE49-F238E27FC236}">
                <a16:creationId xmlns:a16="http://schemas.microsoft.com/office/drawing/2014/main" id="{AC2FBA2D-C41D-4879-85FA-C8B9BDB2A740}"/>
              </a:ext>
            </a:extLst>
          </p:cNvPr>
          <p:cNvSpPr>
            <a:spLocks noGrp="1"/>
          </p:cNvSpPr>
          <p:nvPr>
            <p:ph type="body" sz="quarter" idx="10" hasCustomPrompt="1"/>
          </p:nvPr>
        </p:nvSpPr>
        <p:spPr>
          <a:xfrm>
            <a:off x="364175" y="225092"/>
            <a:ext cx="11463650" cy="660733"/>
          </a:xfrm>
          <a:prstGeom prst="rect">
            <a:avLst/>
          </a:prstGeom>
        </p:spPr>
        <p:txBody>
          <a:bodyPr lIns="0" tIns="0" rIns="0" bIns="0"/>
          <a:lstStyle>
            <a:lvl1pPr>
              <a:lnSpc>
                <a:spcPct val="90000"/>
              </a:lnSpc>
              <a:spcBef>
                <a:spcPts val="0"/>
              </a:spcBef>
              <a:defRPr sz="2400" b="1" i="0" baseline="0">
                <a:solidFill>
                  <a:schemeClr val="tx1"/>
                </a:solidFill>
                <a:latin typeface="+mj-lt"/>
              </a:defRPr>
            </a:lvl1pPr>
          </a:lstStyle>
          <a:p>
            <a:pPr lvl="0"/>
            <a:r>
              <a:rPr lang="ru-RU"/>
              <a:t>Заголовок слайда в две строки</a:t>
            </a:r>
            <a:br>
              <a:rPr lang="ru-RU" dirty="0"/>
            </a:br>
            <a:r>
              <a:rPr lang="ru-RU"/>
              <a:t>Шрифт </a:t>
            </a:r>
            <a:r>
              <a:rPr lang="en-US"/>
              <a:t>Arial Bold </a:t>
            </a:r>
            <a:r>
              <a:rPr lang="ru-RU"/>
              <a:t>24</a:t>
            </a:r>
          </a:p>
        </p:txBody>
      </p:sp>
    </p:spTree>
    <p:extLst>
      <p:ext uri="{BB962C8B-B14F-4D97-AF65-F5344CB8AC3E}">
        <p14:creationId xmlns:p14="http://schemas.microsoft.com/office/powerpoint/2010/main" val="2286362303"/>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Спасибо!">
    <p:bg>
      <p:bgPr>
        <a:solidFill>
          <a:srgbClr val="FF070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F41D0FF-F6BF-13B3-87AE-000AC1A889FA}"/>
              </a:ext>
            </a:extLst>
          </p:cNvPr>
          <p:cNvPicPr>
            <a:picLocks noChangeAspect="1"/>
          </p:cNvPicPr>
          <p:nvPr userDrawn="1"/>
        </p:nvPicPr>
        <p:blipFill>
          <a:blip r:embed="rId2"/>
          <a:srcRect/>
          <a:stretch/>
        </p:blipFill>
        <p:spPr>
          <a:xfrm>
            <a:off x="0" y="0"/>
            <a:ext cx="12192000" cy="6858000"/>
          </a:xfrm>
          <a:prstGeom prst="rect">
            <a:avLst/>
          </a:prstGeom>
        </p:spPr>
      </p:pic>
      <p:sp>
        <p:nvSpPr>
          <p:cNvPr id="2" name="Текст 8">
            <a:extLst>
              <a:ext uri="{FF2B5EF4-FFF2-40B4-BE49-F238E27FC236}">
                <a16:creationId xmlns:a16="http://schemas.microsoft.com/office/drawing/2014/main" id="{65A228C1-C386-81AD-EBEE-256B762A23A6}"/>
              </a:ext>
            </a:extLst>
          </p:cNvPr>
          <p:cNvSpPr>
            <a:spLocks noGrp="1"/>
          </p:cNvSpPr>
          <p:nvPr>
            <p:ph type="body" sz="quarter" idx="11" hasCustomPrompt="1"/>
          </p:nvPr>
        </p:nvSpPr>
        <p:spPr>
          <a:xfrm>
            <a:off x="550863" y="6220691"/>
            <a:ext cx="5484812" cy="376960"/>
          </a:xfrm>
          <a:prstGeom prst="rect">
            <a:avLst/>
          </a:prstGeom>
        </p:spPr>
        <p:txBody>
          <a:bodyPr lIns="0" tIns="0" rIns="0" bIns="0" anchor="b" anchorCtr="0"/>
          <a:lstStyle>
            <a:lvl1pPr algn="l">
              <a:defRPr sz="1400" baseline="0">
                <a:solidFill>
                  <a:schemeClr val="bg1"/>
                </a:solidFill>
              </a:defRPr>
            </a:lvl1pPr>
          </a:lstStyle>
          <a:p>
            <a:r>
              <a:rPr lang="ru-RU"/>
              <a:t>Контактные данные. Шрифт </a:t>
            </a:r>
            <a:r>
              <a:rPr lang="en-US"/>
              <a:t>Arial Regular </a:t>
            </a:r>
            <a:r>
              <a:rPr lang="ru-RU"/>
              <a:t>14</a:t>
            </a:r>
          </a:p>
        </p:txBody>
      </p:sp>
      <p:sp>
        <p:nvSpPr>
          <p:cNvPr id="3" name="Текст 5">
            <a:extLst>
              <a:ext uri="{FF2B5EF4-FFF2-40B4-BE49-F238E27FC236}">
                <a16:creationId xmlns:a16="http://schemas.microsoft.com/office/drawing/2014/main" id="{097D3648-3D09-F087-62C1-A46EB11207E8}"/>
              </a:ext>
            </a:extLst>
          </p:cNvPr>
          <p:cNvSpPr>
            <a:spLocks noGrp="1"/>
          </p:cNvSpPr>
          <p:nvPr>
            <p:ph type="body" sz="quarter" idx="12" hasCustomPrompt="1"/>
          </p:nvPr>
        </p:nvSpPr>
        <p:spPr>
          <a:xfrm>
            <a:off x="550863" y="512764"/>
            <a:ext cx="4078287" cy="834774"/>
          </a:xfrm>
          <a:prstGeom prst="rect">
            <a:avLst/>
          </a:prstGeom>
        </p:spPr>
        <p:txBody>
          <a:bodyPr lIns="0" tIns="0" rIns="0" bIns="0"/>
          <a:lstStyle>
            <a:lvl1pPr>
              <a:lnSpc>
                <a:spcPts val="4000"/>
              </a:lnSpc>
              <a:defRPr sz="3000" b="1" i="0" baseline="0">
                <a:solidFill>
                  <a:schemeClr val="bg1"/>
                </a:solidFill>
                <a:latin typeface="+mj-lt"/>
              </a:defRPr>
            </a:lvl1pPr>
          </a:lstStyle>
          <a:p>
            <a:pPr lvl="0"/>
            <a:r>
              <a:rPr lang="ru-RU"/>
              <a:t>Спасибо!</a:t>
            </a:r>
          </a:p>
        </p:txBody>
      </p:sp>
      <p:sp>
        <p:nvSpPr>
          <p:cNvPr id="5" name="Рисунок 4">
            <a:extLst>
              <a:ext uri="{FF2B5EF4-FFF2-40B4-BE49-F238E27FC236}">
                <a16:creationId xmlns:a16="http://schemas.microsoft.com/office/drawing/2014/main" id="{720FBA20-8EBB-9B63-C3B4-E6FF227B54F9}"/>
              </a:ext>
            </a:extLst>
          </p:cNvPr>
          <p:cNvSpPr>
            <a:spLocks noGrp="1"/>
          </p:cNvSpPr>
          <p:nvPr>
            <p:ph type="pic" sz="quarter" idx="13"/>
          </p:nvPr>
        </p:nvSpPr>
        <p:spPr>
          <a:xfrm>
            <a:off x="550863" y="4806950"/>
            <a:ext cx="1271587" cy="1271588"/>
          </a:xfrm>
          <a:prstGeom prst="rect">
            <a:avLst/>
          </a:prstGeom>
        </p:spPr>
        <p:txBody>
          <a:bodyPr/>
          <a:lstStyle/>
          <a:p>
            <a:endParaRPr lang="ru-RU"/>
          </a:p>
        </p:txBody>
      </p:sp>
    </p:spTree>
    <p:extLst>
      <p:ext uri="{BB962C8B-B14F-4D97-AF65-F5344CB8AC3E}">
        <p14:creationId xmlns:p14="http://schemas.microsoft.com/office/powerpoint/2010/main" val="112565427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Спасибо!">
    <p:bg>
      <p:bgPr>
        <a:solidFill>
          <a:srgbClr val="091E23"/>
        </a:solidFill>
        <a:effectLst/>
      </p:bgPr>
    </p:bg>
    <p:spTree>
      <p:nvGrpSpPr>
        <p:cNvPr id="1" name=""/>
        <p:cNvGrpSpPr/>
        <p:nvPr/>
      </p:nvGrpSpPr>
      <p:grpSpPr>
        <a:xfrm>
          <a:off x="0" y="0"/>
          <a:ext cx="0" cy="0"/>
          <a:chOff x="0" y="0"/>
          <a:chExt cx="0" cy="0"/>
        </a:xfrm>
      </p:grpSpPr>
      <p:sp>
        <p:nvSpPr>
          <p:cNvPr id="2" name="Текст 8">
            <a:extLst>
              <a:ext uri="{FF2B5EF4-FFF2-40B4-BE49-F238E27FC236}">
                <a16:creationId xmlns:a16="http://schemas.microsoft.com/office/drawing/2014/main" id="{65A228C1-C386-81AD-EBEE-256B762A23A6}"/>
              </a:ext>
            </a:extLst>
          </p:cNvPr>
          <p:cNvSpPr>
            <a:spLocks noGrp="1"/>
          </p:cNvSpPr>
          <p:nvPr>
            <p:ph type="body" sz="quarter" idx="11" hasCustomPrompt="1"/>
          </p:nvPr>
        </p:nvSpPr>
        <p:spPr>
          <a:xfrm>
            <a:off x="550863" y="6220691"/>
            <a:ext cx="5484812" cy="376960"/>
          </a:xfrm>
          <a:prstGeom prst="rect">
            <a:avLst/>
          </a:prstGeom>
        </p:spPr>
        <p:txBody>
          <a:bodyPr lIns="0" tIns="0" rIns="0" bIns="0" anchor="b" anchorCtr="0"/>
          <a:lstStyle>
            <a:lvl1pPr algn="l">
              <a:defRPr sz="1400" baseline="0">
                <a:solidFill>
                  <a:schemeClr val="bg1"/>
                </a:solidFill>
              </a:defRPr>
            </a:lvl1pPr>
          </a:lstStyle>
          <a:p>
            <a:r>
              <a:rPr lang="ru-RU"/>
              <a:t>Контактные данные. Шрифт </a:t>
            </a:r>
            <a:r>
              <a:rPr lang="en-US"/>
              <a:t>Arial Regular </a:t>
            </a:r>
            <a:r>
              <a:rPr lang="ru-RU"/>
              <a:t>14</a:t>
            </a:r>
          </a:p>
        </p:txBody>
      </p:sp>
      <p:sp>
        <p:nvSpPr>
          <p:cNvPr id="3" name="Текст 5">
            <a:extLst>
              <a:ext uri="{FF2B5EF4-FFF2-40B4-BE49-F238E27FC236}">
                <a16:creationId xmlns:a16="http://schemas.microsoft.com/office/drawing/2014/main" id="{097D3648-3D09-F087-62C1-A46EB11207E8}"/>
              </a:ext>
            </a:extLst>
          </p:cNvPr>
          <p:cNvSpPr>
            <a:spLocks noGrp="1"/>
          </p:cNvSpPr>
          <p:nvPr>
            <p:ph type="body" sz="quarter" idx="12" hasCustomPrompt="1"/>
          </p:nvPr>
        </p:nvSpPr>
        <p:spPr>
          <a:xfrm>
            <a:off x="550863" y="512764"/>
            <a:ext cx="4078287" cy="834774"/>
          </a:xfrm>
          <a:prstGeom prst="rect">
            <a:avLst/>
          </a:prstGeom>
        </p:spPr>
        <p:txBody>
          <a:bodyPr lIns="0" tIns="0" rIns="0" bIns="0"/>
          <a:lstStyle>
            <a:lvl1pPr>
              <a:lnSpc>
                <a:spcPts val="4000"/>
              </a:lnSpc>
              <a:defRPr sz="3000" b="1" i="0" baseline="0">
                <a:solidFill>
                  <a:schemeClr val="bg1"/>
                </a:solidFill>
                <a:latin typeface="+mj-lt"/>
              </a:defRPr>
            </a:lvl1pPr>
          </a:lstStyle>
          <a:p>
            <a:pPr lvl="0"/>
            <a:r>
              <a:rPr lang="ru-RU"/>
              <a:t>Спасибо!</a:t>
            </a:r>
          </a:p>
        </p:txBody>
      </p:sp>
      <p:sp>
        <p:nvSpPr>
          <p:cNvPr id="5" name="Рисунок 4">
            <a:extLst>
              <a:ext uri="{FF2B5EF4-FFF2-40B4-BE49-F238E27FC236}">
                <a16:creationId xmlns:a16="http://schemas.microsoft.com/office/drawing/2014/main" id="{720FBA20-8EBB-9B63-C3B4-E6FF227B54F9}"/>
              </a:ext>
            </a:extLst>
          </p:cNvPr>
          <p:cNvSpPr>
            <a:spLocks noGrp="1"/>
          </p:cNvSpPr>
          <p:nvPr>
            <p:ph type="pic" sz="quarter" idx="13"/>
          </p:nvPr>
        </p:nvSpPr>
        <p:spPr>
          <a:xfrm>
            <a:off x="550863" y="4806950"/>
            <a:ext cx="1271587" cy="1271588"/>
          </a:xfrm>
          <a:prstGeom prst="rect">
            <a:avLst/>
          </a:prstGeom>
        </p:spPr>
        <p:txBody>
          <a:bodyPr/>
          <a:lstStyle/>
          <a:p>
            <a:endParaRPr lang="ru-RU"/>
          </a:p>
        </p:txBody>
      </p:sp>
    </p:spTree>
    <p:extLst>
      <p:ext uri="{BB962C8B-B14F-4D97-AF65-F5344CB8AC3E}">
        <p14:creationId xmlns:p14="http://schemas.microsoft.com/office/powerpoint/2010/main" val="319184784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Цифра с пояснением">
    <p:bg>
      <p:bgPr>
        <a:solidFill>
          <a:srgbClr val="091E23"/>
        </a:solidFill>
        <a:effectLst/>
      </p:bgPr>
    </p:bg>
    <p:spTree>
      <p:nvGrpSpPr>
        <p:cNvPr id="1" name=""/>
        <p:cNvGrpSpPr/>
        <p:nvPr/>
      </p:nvGrpSpPr>
      <p:grpSpPr>
        <a:xfrm>
          <a:off x="0" y="0"/>
          <a:ext cx="0" cy="0"/>
          <a:chOff x="0" y="0"/>
          <a:chExt cx="0" cy="0"/>
        </a:xfrm>
      </p:grpSpPr>
      <p:pic>
        <p:nvPicPr>
          <p:cNvPr id="5" name="Picture 4" descr="A red circles on a black background&#10;&#10;Description automatically generated">
            <a:extLst>
              <a:ext uri="{FF2B5EF4-FFF2-40B4-BE49-F238E27FC236}">
                <a16:creationId xmlns:a16="http://schemas.microsoft.com/office/drawing/2014/main" id="{E5C9D1B3-9449-1E35-A4F9-B27E63F23C36}"/>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Текст 5">
            <a:extLst>
              <a:ext uri="{FF2B5EF4-FFF2-40B4-BE49-F238E27FC236}">
                <a16:creationId xmlns:a16="http://schemas.microsoft.com/office/drawing/2014/main" id="{B20D1F06-E057-C958-9BD4-2517A69D2FFC}"/>
              </a:ext>
            </a:extLst>
          </p:cNvPr>
          <p:cNvSpPr>
            <a:spLocks noGrp="1"/>
          </p:cNvSpPr>
          <p:nvPr>
            <p:ph type="body" sz="quarter" idx="10" hasCustomPrompt="1"/>
          </p:nvPr>
        </p:nvSpPr>
        <p:spPr>
          <a:xfrm>
            <a:off x="550863" y="2085531"/>
            <a:ext cx="11098211" cy="1343469"/>
          </a:xfrm>
          <a:prstGeom prst="rect">
            <a:avLst/>
          </a:prstGeom>
        </p:spPr>
        <p:txBody>
          <a:bodyPr lIns="0" tIns="0" rIns="0" bIns="0" anchor="ctr"/>
          <a:lstStyle>
            <a:lvl1pPr marL="0" marR="0" indent="0" algn="ctr" defTabSz="914354" rtl="0" eaLnBrk="1" fontAlgn="auto" latinLnBrk="0" hangingPunct="1">
              <a:lnSpc>
                <a:spcPct val="90000"/>
              </a:lnSpc>
              <a:spcBef>
                <a:spcPts val="0"/>
              </a:spcBef>
              <a:spcAft>
                <a:spcPts val="0"/>
              </a:spcAft>
              <a:buClrTx/>
              <a:buSzTx/>
              <a:buFontTx/>
              <a:buNone/>
              <a:tabLst/>
              <a:defRPr sz="8000" b="1" i="0" baseline="0">
                <a:solidFill>
                  <a:schemeClr val="bg1"/>
                </a:solidFill>
                <a:latin typeface="+mj-lt"/>
                <a:cs typeface="Arial" panose="020B0604020202020204" pitchFamily="34" charset="0"/>
              </a:defRPr>
            </a:lvl1pPr>
          </a:lstStyle>
          <a:p>
            <a:r>
              <a:rPr lang="ru-RU"/>
              <a:t>Большая цифра</a:t>
            </a:r>
          </a:p>
        </p:txBody>
      </p:sp>
      <p:sp>
        <p:nvSpPr>
          <p:cNvPr id="2" name="Текст 5">
            <a:extLst>
              <a:ext uri="{FF2B5EF4-FFF2-40B4-BE49-F238E27FC236}">
                <a16:creationId xmlns:a16="http://schemas.microsoft.com/office/drawing/2014/main" id="{A0DA0AD8-5CC4-2653-66F5-95FE3F87D629}"/>
              </a:ext>
            </a:extLst>
          </p:cNvPr>
          <p:cNvSpPr>
            <a:spLocks noGrp="1"/>
          </p:cNvSpPr>
          <p:nvPr>
            <p:ph type="body" sz="quarter" idx="11" hasCustomPrompt="1"/>
          </p:nvPr>
        </p:nvSpPr>
        <p:spPr>
          <a:xfrm>
            <a:off x="550863" y="3429000"/>
            <a:ext cx="11098211" cy="2085531"/>
          </a:xfrm>
          <a:prstGeom prst="rect">
            <a:avLst/>
          </a:prstGeom>
        </p:spPr>
        <p:txBody>
          <a:bodyPr lIns="0" tIns="0" rIns="0" bIns="0" anchor="ctr"/>
          <a:lstStyle>
            <a:lvl1pPr marL="0" marR="0" indent="0" algn="ctr" defTabSz="914354" rtl="0" eaLnBrk="1" fontAlgn="auto" latinLnBrk="0" hangingPunct="1">
              <a:lnSpc>
                <a:spcPct val="90000"/>
              </a:lnSpc>
              <a:spcBef>
                <a:spcPts val="0"/>
              </a:spcBef>
              <a:spcAft>
                <a:spcPts val="0"/>
              </a:spcAft>
              <a:buClrTx/>
              <a:buSzTx/>
              <a:buFontTx/>
              <a:buNone/>
              <a:tabLst/>
              <a:defRPr sz="6000" b="1" i="0" baseline="0">
                <a:solidFill>
                  <a:schemeClr val="bg1"/>
                </a:solidFill>
                <a:latin typeface="+mj-lt"/>
                <a:cs typeface="Arial" panose="020B0604020202020204" pitchFamily="34" charset="0"/>
              </a:defRPr>
            </a:lvl1pPr>
          </a:lstStyle>
          <a:p>
            <a:r>
              <a:rPr lang="ru-RU"/>
              <a:t>Поясняющая информация или детали в пару строк</a:t>
            </a:r>
          </a:p>
        </p:txBody>
      </p:sp>
    </p:spTree>
    <p:extLst>
      <p:ext uri="{BB962C8B-B14F-4D97-AF65-F5344CB8AC3E}">
        <p14:creationId xmlns:p14="http://schemas.microsoft.com/office/powerpoint/2010/main" val="3085435556"/>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Стандартный слайд">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76A417F-C5FB-4127-8AA2-CD5890D1B8B9}"/>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3" imgW="443" imgH="443" progId="TCLayout.ActiveDocument.1">
                  <p:embed/>
                </p:oleObj>
              </mc:Choice>
              <mc:Fallback>
                <p:oleObj name="Слайд think-cell" r:id="rId3" imgW="443" imgH="443" progId="TCLayout.ActiveDocument.1">
                  <p:embed/>
                  <p:pic>
                    <p:nvPicPr>
                      <p:cNvPr id="4" name="think-cell data - do not delete" hidden="1">
                        <a:extLst>
                          <a:ext uri="{FF2B5EF4-FFF2-40B4-BE49-F238E27FC236}">
                            <a16:creationId xmlns:a16="http://schemas.microsoft.com/office/drawing/2014/main" id="{376A417F-C5FB-4127-8AA2-CD5890D1B8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Заголовок 1"/>
          <p:cNvSpPr>
            <a:spLocks noGrp="1"/>
          </p:cNvSpPr>
          <p:nvPr>
            <p:ph type="title" hasCustomPrompt="1"/>
          </p:nvPr>
        </p:nvSpPr>
        <p:spPr>
          <a:xfrm>
            <a:off x="-1" y="292817"/>
            <a:ext cx="11160000" cy="477805"/>
          </a:xfrm>
          <a:prstGeom prst="rect">
            <a:avLst/>
          </a:prstGeom>
          <a:solidFill>
            <a:schemeClr val="accent1"/>
          </a:solidFill>
        </p:spPr>
        <p:txBody>
          <a:bodyPr vert="horz" wrap="square" lIns="360000" tIns="72000" rIns="180000" bIns="72000" anchor="ctr">
            <a:noAutofit/>
          </a:bodyPr>
          <a:lstStyle>
            <a:lvl1pPr>
              <a:defRPr sz="2400" b="1" baseline="0">
                <a:solidFill>
                  <a:schemeClr val="bg1"/>
                </a:solidFill>
              </a:defRPr>
            </a:lvl1pPr>
          </a:lstStyle>
          <a:p>
            <a:r>
              <a:rPr lang="ru-RU"/>
              <a:t>Заголовок</a:t>
            </a:r>
            <a:r>
              <a:rPr lang="en-US"/>
              <a:t> (Arial 2</a:t>
            </a:r>
            <a:r>
              <a:rPr lang="ru-RU"/>
              <a:t>4 Обычный)  </a:t>
            </a:r>
          </a:p>
        </p:txBody>
      </p:sp>
      <p:sp>
        <p:nvSpPr>
          <p:cNvPr id="12" name="Text Placeholder 3"/>
          <p:cNvSpPr>
            <a:spLocks noGrp="1"/>
          </p:cNvSpPr>
          <p:nvPr>
            <p:ph type="body" sz="quarter" idx="13" hasCustomPrompt="1"/>
          </p:nvPr>
        </p:nvSpPr>
        <p:spPr>
          <a:xfrm>
            <a:off x="0" y="809312"/>
            <a:ext cx="11160000" cy="341632"/>
          </a:xfrm>
          <a:prstGeom prst="rect">
            <a:avLst/>
          </a:prstGeom>
        </p:spPr>
        <p:txBody>
          <a:bodyPr wrap="square" lIns="320040">
            <a:noAutofit/>
          </a:bodyPr>
          <a:lstStyle>
            <a:lvl1pPr marL="0" indent="0" algn="l" defTabSz="914400" rtl="0" eaLnBrk="1" latinLnBrk="0" hangingPunct="1">
              <a:lnSpc>
                <a:spcPct val="100000"/>
              </a:lnSpc>
              <a:spcBef>
                <a:spcPts val="0"/>
              </a:spcBef>
              <a:buClr>
                <a:schemeClr val="accent1"/>
              </a:buClr>
              <a:buFont typeface="Arial" panose="020B0604020202020204" pitchFamily="34" charset="0"/>
              <a:buNone/>
              <a:tabLst/>
              <a:defRPr lang="en-US" sz="1600" b="1" kern="1200" dirty="0">
                <a:solidFill>
                  <a:schemeClr val="tx1"/>
                </a:solidFill>
                <a:latin typeface="+mn-lt"/>
                <a:ea typeface="+mn-ea"/>
                <a:cs typeface="Arial" panose="020B0604020202020204" pitchFamily="34" charset="0"/>
              </a:defRPr>
            </a:lvl1pPr>
            <a:lvl2pPr marL="569912" indent="0">
              <a:buFontTx/>
              <a:buNone/>
              <a:defRPr sz="1800"/>
            </a:lvl2pPr>
            <a:lvl3pPr marL="914400" indent="0">
              <a:buFontTx/>
              <a:buNone/>
              <a:defRPr sz="1800"/>
            </a:lvl3pPr>
            <a:lvl4pPr marL="1258887" indent="0">
              <a:buFontTx/>
              <a:buNone/>
              <a:defRPr sz="1800"/>
            </a:lvl4pPr>
            <a:lvl5pPr marL="1603375" indent="0">
              <a:buFontTx/>
              <a:buNone/>
              <a:defRPr sz="1800"/>
            </a:lvl5pPr>
          </a:lstStyle>
          <a:p>
            <a:pPr lvl="0"/>
            <a:r>
              <a:rPr lang="ru-RU"/>
              <a:t>Подзаголовок </a:t>
            </a:r>
            <a:r>
              <a:rPr lang="en-US"/>
              <a:t>(Segoe Print 18 </a:t>
            </a:r>
            <a:r>
              <a:rPr lang="ru-RU"/>
              <a:t>Жирный курсив)</a:t>
            </a:r>
          </a:p>
        </p:txBody>
      </p:sp>
      <p:sp>
        <p:nvSpPr>
          <p:cNvPr id="8" name="Freeform 5"/>
          <p:cNvSpPr>
            <a:spLocks noEditPoints="1"/>
          </p:cNvSpPr>
          <p:nvPr userDrawn="1"/>
        </p:nvSpPr>
        <p:spPr bwMode="auto">
          <a:xfrm>
            <a:off x="11387695" y="288912"/>
            <a:ext cx="464767" cy="464098"/>
          </a:xfrm>
          <a:custGeom>
            <a:avLst/>
            <a:gdLst>
              <a:gd name="T0" fmla="*/ 39 w 16680"/>
              <a:gd name="T1" fmla="*/ 4421 h 16656"/>
              <a:gd name="T2" fmla="*/ 182 w 16680"/>
              <a:gd name="T3" fmla="*/ 3696 h 16656"/>
              <a:gd name="T4" fmla="*/ 431 w 16680"/>
              <a:gd name="T5" fmla="*/ 3003 h 16656"/>
              <a:gd name="T6" fmla="*/ 779 w 16680"/>
              <a:gd name="T7" fmla="*/ 2354 h 16656"/>
              <a:gd name="T8" fmla="*/ 1223 w 16680"/>
              <a:gd name="T9" fmla="*/ 1757 h 16656"/>
              <a:gd name="T10" fmla="*/ 1756 w 16680"/>
              <a:gd name="T11" fmla="*/ 1224 h 16656"/>
              <a:gd name="T12" fmla="*/ 2353 w 16680"/>
              <a:gd name="T13" fmla="*/ 778 h 16656"/>
              <a:gd name="T14" fmla="*/ 3002 w 16680"/>
              <a:gd name="T15" fmla="*/ 431 h 16656"/>
              <a:gd name="T16" fmla="*/ 3694 w 16680"/>
              <a:gd name="T17" fmla="*/ 183 h 16656"/>
              <a:gd name="T18" fmla="*/ 4418 w 16680"/>
              <a:gd name="T19" fmla="*/ 39 h 16656"/>
              <a:gd name="T20" fmla="*/ 16680 w 16680"/>
              <a:gd name="T21" fmla="*/ 0 h 16656"/>
              <a:gd name="T22" fmla="*/ 4797 w 16680"/>
              <a:gd name="T23" fmla="*/ 2575 h 16656"/>
              <a:gd name="T24" fmla="*/ 4438 w 16680"/>
              <a:gd name="T25" fmla="*/ 2638 h 16656"/>
              <a:gd name="T26" fmla="*/ 4096 w 16680"/>
              <a:gd name="T27" fmla="*/ 2752 h 16656"/>
              <a:gd name="T28" fmla="*/ 3773 w 16680"/>
              <a:gd name="T29" fmla="*/ 2914 h 16656"/>
              <a:gd name="T30" fmla="*/ 3475 w 16680"/>
              <a:gd name="T31" fmla="*/ 3126 h 16656"/>
              <a:gd name="T32" fmla="*/ 3206 w 16680"/>
              <a:gd name="T33" fmla="*/ 3383 h 16656"/>
              <a:gd name="T34" fmla="*/ 2978 w 16680"/>
              <a:gd name="T35" fmla="*/ 3672 h 16656"/>
              <a:gd name="T36" fmla="*/ 2799 w 16680"/>
              <a:gd name="T37" fmla="*/ 3988 h 16656"/>
              <a:gd name="T38" fmla="*/ 2669 w 16680"/>
              <a:gd name="T39" fmla="*/ 4325 h 16656"/>
              <a:gd name="T40" fmla="*/ 2589 w 16680"/>
              <a:gd name="T41" fmla="*/ 4678 h 16656"/>
              <a:gd name="T42" fmla="*/ 2561 w 16680"/>
              <a:gd name="T43" fmla="*/ 5043 h 16656"/>
              <a:gd name="T44" fmla="*/ 2438 w 16680"/>
              <a:gd name="T45" fmla="*/ 9863 h 16656"/>
              <a:gd name="T46" fmla="*/ 2181 w 16680"/>
              <a:gd name="T47" fmla="*/ 10425 h 16656"/>
              <a:gd name="T48" fmla="*/ 1802 w 16680"/>
              <a:gd name="T49" fmla="*/ 10900 h 16656"/>
              <a:gd name="T50" fmla="*/ 1322 w 16680"/>
              <a:gd name="T51" fmla="*/ 11271 h 16656"/>
              <a:gd name="T52" fmla="*/ 759 w 16680"/>
              <a:gd name="T53" fmla="*/ 11514 h 16656"/>
              <a:gd name="T54" fmla="*/ 9857 w 16680"/>
              <a:gd name="T55" fmla="*/ 11659 h 16656"/>
              <a:gd name="T56" fmla="*/ 4813 w 16680"/>
              <a:gd name="T57" fmla="*/ 5138 h 16656"/>
              <a:gd name="T58" fmla="*/ 9857 w 16680"/>
              <a:gd name="T59" fmla="*/ 11659 h 16656"/>
              <a:gd name="T60" fmla="*/ 11823 w 16680"/>
              <a:gd name="T61" fmla="*/ 14086 h 16656"/>
              <a:gd name="T62" fmla="*/ 12184 w 16680"/>
              <a:gd name="T63" fmla="*/ 14033 h 16656"/>
              <a:gd name="T64" fmla="*/ 12529 w 16680"/>
              <a:gd name="T65" fmla="*/ 13927 h 16656"/>
              <a:gd name="T66" fmla="*/ 12855 w 16680"/>
              <a:gd name="T67" fmla="*/ 13771 h 16656"/>
              <a:gd name="T68" fmla="*/ 13157 w 16680"/>
              <a:gd name="T69" fmla="*/ 13567 h 16656"/>
              <a:gd name="T70" fmla="*/ 13432 w 16680"/>
              <a:gd name="T71" fmla="*/ 13318 h 16656"/>
              <a:gd name="T72" fmla="*/ 13666 w 16680"/>
              <a:gd name="T73" fmla="*/ 13033 h 16656"/>
              <a:gd name="T74" fmla="*/ 13854 w 16680"/>
              <a:gd name="T75" fmla="*/ 12723 h 16656"/>
              <a:gd name="T76" fmla="*/ 13992 w 16680"/>
              <a:gd name="T77" fmla="*/ 12390 h 16656"/>
              <a:gd name="T78" fmla="*/ 14081 w 16680"/>
              <a:gd name="T79" fmla="*/ 12038 h 16656"/>
              <a:gd name="T80" fmla="*/ 14118 w 16680"/>
              <a:gd name="T81" fmla="*/ 11674 h 16656"/>
              <a:gd name="T82" fmla="*/ 14162 w 16680"/>
              <a:gd name="T83" fmla="*/ 7083 h 16656"/>
              <a:gd name="T84" fmla="*/ 14368 w 16680"/>
              <a:gd name="T85" fmla="*/ 6458 h 16656"/>
              <a:gd name="T86" fmla="*/ 14723 w 16680"/>
              <a:gd name="T87" fmla="*/ 5915 h 16656"/>
              <a:gd name="T88" fmla="*/ 15207 w 16680"/>
              <a:gd name="T89" fmla="*/ 5480 h 16656"/>
              <a:gd name="T90" fmla="*/ 15792 w 16680"/>
              <a:gd name="T91" fmla="*/ 5183 h 16656"/>
              <a:gd name="T92" fmla="*/ 16680 w 16680"/>
              <a:gd name="T93" fmla="*/ 11613 h 16656"/>
              <a:gd name="T94" fmla="*/ 16625 w 16680"/>
              <a:gd name="T95" fmla="*/ 12358 h 16656"/>
              <a:gd name="T96" fmla="*/ 16463 w 16680"/>
              <a:gd name="T97" fmla="*/ 13079 h 16656"/>
              <a:gd name="T98" fmla="*/ 16198 w 16680"/>
              <a:gd name="T99" fmla="*/ 13765 h 16656"/>
              <a:gd name="T100" fmla="*/ 15835 w 16680"/>
              <a:gd name="T101" fmla="*/ 14405 h 16656"/>
              <a:gd name="T102" fmla="*/ 15374 w 16680"/>
              <a:gd name="T103" fmla="*/ 14993 h 16656"/>
              <a:gd name="T104" fmla="*/ 14829 w 16680"/>
              <a:gd name="T105" fmla="*/ 15514 h 16656"/>
              <a:gd name="T106" fmla="*/ 14222 w 16680"/>
              <a:gd name="T107" fmla="*/ 15943 h 16656"/>
              <a:gd name="T108" fmla="*/ 13566 w 16680"/>
              <a:gd name="T109" fmla="*/ 16274 h 16656"/>
              <a:gd name="T110" fmla="*/ 12869 w 16680"/>
              <a:gd name="T111" fmla="*/ 16505 h 16656"/>
              <a:gd name="T112" fmla="*/ 12139 w 16680"/>
              <a:gd name="T113" fmla="*/ 16632 h 16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680" h="16656">
                <a:moveTo>
                  <a:pt x="0" y="5043"/>
                </a:moveTo>
                <a:lnTo>
                  <a:pt x="1" y="4918"/>
                </a:lnTo>
                <a:lnTo>
                  <a:pt x="6" y="4793"/>
                </a:lnTo>
                <a:lnTo>
                  <a:pt x="14" y="4668"/>
                </a:lnTo>
                <a:lnTo>
                  <a:pt x="24" y="4544"/>
                </a:lnTo>
                <a:lnTo>
                  <a:pt x="39" y="4421"/>
                </a:lnTo>
                <a:lnTo>
                  <a:pt x="55" y="4298"/>
                </a:lnTo>
                <a:lnTo>
                  <a:pt x="74" y="4175"/>
                </a:lnTo>
                <a:lnTo>
                  <a:pt x="97" y="4054"/>
                </a:lnTo>
                <a:lnTo>
                  <a:pt x="123" y="3933"/>
                </a:lnTo>
                <a:lnTo>
                  <a:pt x="151" y="3814"/>
                </a:lnTo>
                <a:lnTo>
                  <a:pt x="182" y="3696"/>
                </a:lnTo>
                <a:lnTo>
                  <a:pt x="217" y="3578"/>
                </a:lnTo>
                <a:lnTo>
                  <a:pt x="253" y="3461"/>
                </a:lnTo>
                <a:lnTo>
                  <a:pt x="294" y="3344"/>
                </a:lnTo>
                <a:lnTo>
                  <a:pt x="337" y="3229"/>
                </a:lnTo>
                <a:lnTo>
                  <a:pt x="382" y="3116"/>
                </a:lnTo>
                <a:lnTo>
                  <a:pt x="431" y="3003"/>
                </a:lnTo>
                <a:lnTo>
                  <a:pt x="482" y="2892"/>
                </a:lnTo>
                <a:lnTo>
                  <a:pt x="536" y="2782"/>
                </a:lnTo>
                <a:lnTo>
                  <a:pt x="592" y="2672"/>
                </a:lnTo>
                <a:lnTo>
                  <a:pt x="652" y="2565"/>
                </a:lnTo>
                <a:lnTo>
                  <a:pt x="714" y="2459"/>
                </a:lnTo>
                <a:lnTo>
                  <a:pt x="779" y="2354"/>
                </a:lnTo>
                <a:lnTo>
                  <a:pt x="845" y="2251"/>
                </a:lnTo>
                <a:lnTo>
                  <a:pt x="916" y="2149"/>
                </a:lnTo>
                <a:lnTo>
                  <a:pt x="988" y="2049"/>
                </a:lnTo>
                <a:lnTo>
                  <a:pt x="1064" y="1950"/>
                </a:lnTo>
                <a:lnTo>
                  <a:pt x="1143" y="1853"/>
                </a:lnTo>
                <a:lnTo>
                  <a:pt x="1223" y="1757"/>
                </a:lnTo>
                <a:lnTo>
                  <a:pt x="1306" y="1663"/>
                </a:lnTo>
                <a:lnTo>
                  <a:pt x="1392" y="1571"/>
                </a:lnTo>
                <a:lnTo>
                  <a:pt x="1479" y="1480"/>
                </a:lnTo>
                <a:lnTo>
                  <a:pt x="1570" y="1391"/>
                </a:lnTo>
                <a:lnTo>
                  <a:pt x="1662" y="1306"/>
                </a:lnTo>
                <a:lnTo>
                  <a:pt x="1756" y="1224"/>
                </a:lnTo>
                <a:lnTo>
                  <a:pt x="1851" y="1142"/>
                </a:lnTo>
                <a:lnTo>
                  <a:pt x="1948" y="1065"/>
                </a:lnTo>
                <a:lnTo>
                  <a:pt x="2047" y="989"/>
                </a:lnTo>
                <a:lnTo>
                  <a:pt x="2148" y="916"/>
                </a:lnTo>
                <a:lnTo>
                  <a:pt x="2250" y="846"/>
                </a:lnTo>
                <a:lnTo>
                  <a:pt x="2353" y="778"/>
                </a:lnTo>
                <a:lnTo>
                  <a:pt x="2458" y="713"/>
                </a:lnTo>
                <a:lnTo>
                  <a:pt x="2565" y="652"/>
                </a:lnTo>
                <a:lnTo>
                  <a:pt x="2672" y="592"/>
                </a:lnTo>
                <a:lnTo>
                  <a:pt x="2780" y="536"/>
                </a:lnTo>
                <a:lnTo>
                  <a:pt x="2891" y="482"/>
                </a:lnTo>
                <a:lnTo>
                  <a:pt x="3002" y="431"/>
                </a:lnTo>
                <a:lnTo>
                  <a:pt x="3114" y="382"/>
                </a:lnTo>
                <a:lnTo>
                  <a:pt x="3228" y="337"/>
                </a:lnTo>
                <a:lnTo>
                  <a:pt x="3343" y="294"/>
                </a:lnTo>
                <a:lnTo>
                  <a:pt x="3459" y="253"/>
                </a:lnTo>
                <a:lnTo>
                  <a:pt x="3576" y="217"/>
                </a:lnTo>
                <a:lnTo>
                  <a:pt x="3694" y="183"/>
                </a:lnTo>
                <a:lnTo>
                  <a:pt x="3812" y="151"/>
                </a:lnTo>
                <a:lnTo>
                  <a:pt x="3931" y="122"/>
                </a:lnTo>
                <a:lnTo>
                  <a:pt x="4052" y="97"/>
                </a:lnTo>
                <a:lnTo>
                  <a:pt x="4173" y="74"/>
                </a:lnTo>
                <a:lnTo>
                  <a:pt x="4295" y="55"/>
                </a:lnTo>
                <a:lnTo>
                  <a:pt x="4418" y="39"/>
                </a:lnTo>
                <a:lnTo>
                  <a:pt x="4541" y="24"/>
                </a:lnTo>
                <a:lnTo>
                  <a:pt x="4665" y="14"/>
                </a:lnTo>
                <a:lnTo>
                  <a:pt x="4790" y="6"/>
                </a:lnTo>
                <a:lnTo>
                  <a:pt x="4915" y="1"/>
                </a:lnTo>
                <a:lnTo>
                  <a:pt x="5040" y="0"/>
                </a:lnTo>
                <a:lnTo>
                  <a:pt x="16680" y="0"/>
                </a:lnTo>
                <a:lnTo>
                  <a:pt x="16680" y="2563"/>
                </a:lnTo>
                <a:lnTo>
                  <a:pt x="5040" y="2563"/>
                </a:lnTo>
                <a:lnTo>
                  <a:pt x="4979" y="2564"/>
                </a:lnTo>
                <a:lnTo>
                  <a:pt x="4919" y="2566"/>
                </a:lnTo>
                <a:lnTo>
                  <a:pt x="4857" y="2570"/>
                </a:lnTo>
                <a:lnTo>
                  <a:pt x="4797" y="2575"/>
                </a:lnTo>
                <a:lnTo>
                  <a:pt x="4736" y="2582"/>
                </a:lnTo>
                <a:lnTo>
                  <a:pt x="4676" y="2590"/>
                </a:lnTo>
                <a:lnTo>
                  <a:pt x="4616" y="2599"/>
                </a:lnTo>
                <a:lnTo>
                  <a:pt x="4556" y="2611"/>
                </a:lnTo>
                <a:lnTo>
                  <a:pt x="4497" y="2623"/>
                </a:lnTo>
                <a:lnTo>
                  <a:pt x="4438" y="2638"/>
                </a:lnTo>
                <a:lnTo>
                  <a:pt x="4381" y="2653"/>
                </a:lnTo>
                <a:lnTo>
                  <a:pt x="4322" y="2669"/>
                </a:lnTo>
                <a:lnTo>
                  <a:pt x="4265" y="2688"/>
                </a:lnTo>
                <a:lnTo>
                  <a:pt x="4208" y="2708"/>
                </a:lnTo>
                <a:lnTo>
                  <a:pt x="4151" y="2729"/>
                </a:lnTo>
                <a:lnTo>
                  <a:pt x="4096" y="2752"/>
                </a:lnTo>
                <a:lnTo>
                  <a:pt x="4041" y="2776"/>
                </a:lnTo>
                <a:lnTo>
                  <a:pt x="3985" y="2801"/>
                </a:lnTo>
                <a:lnTo>
                  <a:pt x="3931" y="2827"/>
                </a:lnTo>
                <a:lnTo>
                  <a:pt x="3878" y="2855"/>
                </a:lnTo>
                <a:lnTo>
                  <a:pt x="3825" y="2884"/>
                </a:lnTo>
                <a:lnTo>
                  <a:pt x="3773" y="2914"/>
                </a:lnTo>
                <a:lnTo>
                  <a:pt x="3722" y="2947"/>
                </a:lnTo>
                <a:lnTo>
                  <a:pt x="3671" y="2980"/>
                </a:lnTo>
                <a:lnTo>
                  <a:pt x="3621" y="3015"/>
                </a:lnTo>
                <a:lnTo>
                  <a:pt x="3571" y="3050"/>
                </a:lnTo>
                <a:lnTo>
                  <a:pt x="3523" y="3088"/>
                </a:lnTo>
                <a:lnTo>
                  <a:pt x="3475" y="3126"/>
                </a:lnTo>
                <a:lnTo>
                  <a:pt x="3428" y="3166"/>
                </a:lnTo>
                <a:lnTo>
                  <a:pt x="3381" y="3206"/>
                </a:lnTo>
                <a:lnTo>
                  <a:pt x="3336" y="3249"/>
                </a:lnTo>
                <a:lnTo>
                  <a:pt x="3291" y="3292"/>
                </a:lnTo>
                <a:lnTo>
                  <a:pt x="3247" y="3337"/>
                </a:lnTo>
                <a:lnTo>
                  <a:pt x="3206" y="3383"/>
                </a:lnTo>
                <a:lnTo>
                  <a:pt x="3165" y="3429"/>
                </a:lnTo>
                <a:lnTo>
                  <a:pt x="3124" y="3476"/>
                </a:lnTo>
                <a:lnTo>
                  <a:pt x="3087" y="3524"/>
                </a:lnTo>
                <a:lnTo>
                  <a:pt x="3049" y="3573"/>
                </a:lnTo>
                <a:lnTo>
                  <a:pt x="3013" y="3622"/>
                </a:lnTo>
                <a:lnTo>
                  <a:pt x="2978" y="3672"/>
                </a:lnTo>
                <a:lnTo>
                  <a:pt x="2945" y="3723"/>
                </a:lnTo>
                <a:lnTo>
                  <a:pt x="2914" y="3775"/>
                </a:lnTo>
                <a:lnTo>
                  <a:pt x="2883" y="3827"/>
                </a:lnTo>
                <a:lnTo>
                  <a:pt x="2853" y="3880"/>
                </a:lnTo>
                <a:lnTo>
                  <a:pt x="2825" y="3933"/>
                </a:lnTo>
                <a:lnTo>
                  <a:pt x="2799" y="3988"/>
                </a:lnTo>
                <a:lnTo>
                  <a:pt x="2774" y="4043"/>
                </a:lnTo>
                <a:lnTo>
                  <a:pt x="2750" y="4098"/>
                </a:lnTo>
                <a:lnTo>
                  <a:pt x="2727" y="4154"/>
                </a:lnTo>
                <a:lnTo>
                  <a:pt x="2706" y="4210"/>
                </a:lnTo>
                <a:lnTo>
                  <a:pt x="2687" y="4267"/>
                </a:lnTo>
                <a:lnTo>
                  <a:pt x="2669" y="4325"/>
                </a:lnTo>
                <a:lnTo>
                  <a:pt x="2651" y="4382"/>
                </a:lnTo>
                <a:lnTo>
                  <a:pt x="2636" y="4440"/>
                </a:lnTo>
                <a:lnTo>
                  <a:pt x="2622" y="4500"/>
                </a:lnTo>
                <a:lnTo>
                  <a:pt x="2609" y="4558"/>
                </a:lnTo>
                <a:lnTo>
                  <a:pt x="2598" y="4618"/>
                </a:lnTo>
                <a:lnTo>
                  <a:pt x="2589" y="4678"/>
                </a:lnTo>
                <a:lnTo>
                  <a:pt x="2580" y="4738"/>
                </a:lnTo>
                <a:lnTo>
                  <a:pt x="2574" y="4798"/>
                </a:lnTo>
                <a:lnTo>
                  <a:pt x="2569" y="4860"/>
                </a:lnTo>
                <a:lnTo>
                  <a:pt x="2565" y="4920"/>
                </a:lnTo>
                <a:lnTo>
                  <a:pt x="2562" y="4982"/>
                </a:lnTo>
                <a:lnTo>
                  <a:pt x="2561" y="5043"/>
                </a:lnTo>
                <a:lnTo>
                  <a:pt x="2547" y="9346"/>
                </a:lnTo>
                <a:lnTo>
                  <a:pt x="2533" y="9452"/>
                </a:lnTo>
                <a:lnTo>
                  <a:pt x="2516" y="9558"/>
                </a:lnTo>
                <a:lnTo>
                  <a:pt x="2494" y="9661"/>
                </a:lnTo>
                <a:lnTo>
                  <a:pt x="2468" y="9763"/>
                </a:lnTo>
                <a:lnTo>
                  <a:pt x="2438" y="9863"/>
                </a:lnTo>
                <a:lnTo>
                  <a:pt x="2404" y="9961"/>
                </a:lnTo>
                <a:lnTo>
                  <a:pt x="2366" y="10058"/>
                </a:lnTo>
                <a:lnTo>
                  <a:pt x="2326" y="10153"/>
                </a:lnTo>
                <a:lnTo>
                  <a:pt x="2281" y="10245"/>
                </a:lnTo>
                <a:lnTo>
                  <a:pt x="2232" y="10336"/>
                </a:lnTo>
                <a:lnTo>
                  <a:pt x="2181" y="10425"/>
                </a:lnTo>
                <a:lnTo>
                  <a:pt x="2126" y="10510"/>
                </a:lnTo>
                <a:lnTo>
                  <a:pt x="2067" y="10594"/>
                </a:lnTo>
                <a:lnTo>
                  <a:pt x="2005" y="10674"/>
                </a:lnTo>
                <a:lnTo>
                  <a:pt x="1940" y="10752"/>
                </a:lnTo>
                <a:lnTo>
                  <a:pt x="1872" y="10827"/>
                </a:lnTo>
                <a:lnTo>
                  <a:pt x="1802" y="10900"/>
                </a:lnTo>
                <a:lnTo>
                  <a:pt x="1728" y="10970"/>
                </a:lnTo>
                <a:lnTo>
                  <a:pt x="1652" y="11037"/>
                </a:lnTo>
                <a:lnTo>
                  <a:pt x="1573" y="11099"/>
                </a:lnTo>
                <a:lnTo>
                  <a:pt x="1492" y="11160"/>
                </a:lnTo>
                <a:lnTo>
                  <a:pt x="1408" y="11217"/>
                </a:lnTo>
                <a:lnTo>
                  <a:pt x="1322" y="11271"/>
                </a:lnTo>
                <a:lnTo>
                  <a:pt x="1233" y="11321"/>
                </a:lnTo>
                <a:lnTo>
                  <a:pt x="1143" y="11367"/>
                </a:lnTo>
                <a:lnTo>
                  <a:pt x="1050" y="11409"/>
                </a:lnTo>
                <a:lnTo>
                  <a:pt x="955" y="11448"/>
                </a:lnTo>
                <a:lnTo>
                  <a:pt x="858" y="11482"/>
                </a:lnTo>
                <a:lnTo>
                  <a:pt x="759" y="11514"/>
                </a:lnTo>
                <a:lnTo>
                  <a:pt x="659" y="11540"/>
                </a:lnTo>
                <a:lnTo>
                  <a:pt x="557" y="11563"/>
                </a:lnTo>
                <a:lnTo>
                  <a:pt x="453" y="11580"/>
                </a:lnTo>
                <a:lnTo>
                  <a:pt x="0" y="11649"/>
                </a:lnTo>
                <a:lnTo>
                  <a:pt x="0" y="5043"/>
                </a:lnTo>
                <a:close/>
                <a:moveTo>
                  <a:pt x="9857" y="11659"/>
                </a:moveTo>
                <a:lnTo>
                  <a:pt x="9857" y="8346"/>
                </a:lnTo>
                <a:lnTo>
                  <a:pt x="8340" y="10159"/>
                </a:lnTo>
                <a:lnTo>
                  <a:pt x="6822" y="8346"/>
                </a:lnTo>
                <a:lnTo>
                  <a:pt x="6822" y="11659"/>
                </a:lnTo>
                <a:lnTo>
                  <a:pt x="4813" y="11659"/>
                </a:lnTo>
                <a:lnTo>
                  <a:pt x="4813" y="5138"/>
                </a:lnTo>
                <a:lnTo>
                  <a:pt x="6717" y="5138"/>
                </a:lnTo>
                <a:lnTo>
                  <a:pt x="8340" y="7235"/>
                </a:lnTo>
                <a:lnTo>
                  <a:pt x="9962" y="5138"/>
                </a:lnTo>
                <a:lnTo>
                  <a:pt x="11867" y="5138"/>
                </a:lnTo>
                <a:lnTo>
                  <a:pt x="11867" y="11659"/>
                </a:lnTo>
                <a:lnTo>
                  <a:pt x="9857" y="11659"/>
                </a:lnTo>
                <a:close/>
                <a:moveTo>
                  <a:pt x="0" y="16656"/>
                </a:moveTo>
                <a:lnTo>
                  <a:pt x="0" y="14093"/>
                </a:lnTo>
                <a:lnTo>
                  <a:pt x="11640" y="14093"/>
                </a:lnTo>
                <a:lnTo>
                  <a:pt x="11701" y="14092"/>
                </a:lnTo>
                <a:lnTo>
                  <a:pt x="11763" y="14090"/>
                </a:lnTo>
                <a:lnTo>
                  <a:pt x="11823" y="14086"/>
                </a:lnTo>
                <a:lnTo>
                  <a:pt x="11885" y="14081"/>
                </a:lnTo>
                <a:lnTo>
                  <a:pt x="11945" y="14074"/>
                </a:lnTo>
                <a:lnTo>
                  <a:pt x="12004" y="14066"/>
                </a:lnTo>
                <a:lnTo>
                  <a:pt x="12065" y="14057"/>
                </a:lnTo>
                <a:lnTo>
                  <a:pt x="12124" y="14045"/>
                </a:lnTo>
                <a:lnTo>
                  <a:pt x="12184" y="14033"/>
                </a:lnTo>
                <a:lnTo>
                  <a:pt x="12242" y="14018"/>
                </a:lnTo>
                <a:lnTo>
                  <a:pt x="12300" y="14003"/>
                </a:lnTo>
                <a:lnTo>
                  <a:pt x="12358" y="13986"/>
                </a:lnTo>
                <a:lnTo>
                  <a:pt x="12415" y="13968"/>
                </a:lnTo>
                <a:lnTo>
                  <a:pt x="12472" y="13948"/>
                </a:lnTo>
                <a:lnTo>
                  <a:pt x="12529" y="13927"/>
                </a:lnTo>
                <a:lnTo>
                  <a:pt x="12584" y="13904"/>
                </a:lnTo>
                <a:lnTo>
                  <a:pt x="12639" y="13880"/>
                </a:lnTo>
                <a:lnTo>
                  <a:pt x="12695" y="13855"/>
                </a:lnTo>
                <a:lnTo>
                  <a:pt x="12749" y="13828"/>
                </a:lnTo>
                <a:lnTo>
                  <a:pt x="12802" y="13801"/>
                </a:lnTo>
                <a:lnTo>
                  <a:pt x="12855" y="13771"/>
                </a:lnTo>
                <a:lnTo>
                  <a:pt x="12907" y="13741"/>
                </a:lnTo>
                <a:lnTo>
                  <a:pt x="12958" y="13708"/>
                </a:lnTo>
                <a:lnTo>
                  <a:pt x="13009" y="13676"/>
                </a:lnTo>
                <a:lnTo>
                  <a:pt x="13059" y="13640"/>
                </a:lnTo>
                <a:lnTo>
                  <a:pt x="13108" y="13605"/>
                </a:lnTo>
                <a:lnTo>
                  <a:pt x="13157" y="13567"/>
                </a:lnTo>
                <a:lnTo>
                  <a:pt x="13205" y="13529"/>
                </a:lnTo>
                <a:lnTo>
                  <a:pt x="13252" y="13489"/>
                </a:lnTo>
                <a:lnTo>
                  <a:pt x="13298" y="13449"/>
                </a:lnTo>
                <a:lnTo>
                  <a:pt x="13344" y="13407"/>
                </a:lnTo>
                <a:lnTo>
                  <a:pt x="13389" y="13363"/>
                </a:lnTo>
                <a:lnTo>
                  <a:pt x="13432" y="13318"/>
                </a:lnTo>
                <a:lnTo>
                  <a:pt x="13474" y="13273"/>
                </a:lnTo>
                <a:lnTo>
                  <a:pt x="13515" y="13226"/>
                </a:lnTo>
                <a:lnTo>
                  <a:pt x="13555" y="13179"/>
                </a:lnTo>
                <a:lnTo>
                  <a:pt x="13593" y="13131"/>
                </a:lnTo>
                <a:lnTo>
                  <a:pt x="13631" y="13083"/>
                </a:lnTo>
                <a:lnTo>
                  <a:pt x="13666" y="13033"/>
                </a:lnTo>
                <a:lnTo>
                  <a:pt x="13701" y="12983"/>
                </a:lnTo>
                <a:lnTo>
                  <a:pt x="13734" y="12933"/>
                </a:lnTo>
                <a:lnTo>
                  <a:pt x="13766" y="12881"/>
                </a:lnTo>
                <a:lnTo>
                  <a:pt x="13796" y="12829"/>
                </a:lnTo>
                <a:lnTo>
                  <a:pt x="13826" y="12776"/>
                </a:lnTo>
                <a:lnTo>
                  <a:pt x="13854" y="12723"/>
                </a:lnTo>
                <a:lnTo>
                  <a:pt x="13881" y="12668"/>
                </a:lnTo>
                <a:lnTo>
                  <a:pt x="13906" y="12614"/>
                </a:lnTo>
                <a:lnTo>
                  <a:pt x="13930" y="12559"/>
                </a:lnTo>
                <a:lnTo>
                  <a:pt x="13952" y="12502"/>
                </a:lnTo>
                <a:lnTo>
                  <a:pt x="13974" y="12446"/>
                </a:lnTo>
                <a:lnTo>
                  <a:pt x="13992" y="12390"/>
                </a:lnTo>
                <a:lnTo>
                  <a:pt x="14011" y="12332"/>
                </a:lnTo>
                <a:lnTo>
                  <a:pt x="14028" y="12274"/>
                </a:lnTo>
                <a:lnTo>
                  <a:pt x="14044" y="12216"/>
                </a:lnTo>
                <a:lnTo>
                  <a:pt x="14057" y="12157"/>
                </a:lnTo>
                <a:lnTo>
                  <a:pt x="14071" y="12098"/>
                </a:lnTo>
                <a:lnTo>
                  <a:pt x="14081" y="12038"/>
                </a:lnTo>
                <a:lnTo>
                  <a:pt x="14091" y="11979"/>
                </a:lnTo>
                <a:lnTo>
                  <a:pt x="14099" y="11918"/>
                </a:lnTo>
                <a:lnTo>
                  <a:pt x="14106" y="11858"/>
                </a:lnTo>
                <a:lnTo>
                  <a:pt x="14111" y="11797"/>
                </a:lnTo>
                <a:lnTo>
                  <a:pt x="14115" y="11736"/>
                </a:lnTo>
                <a:lnTo>
                  <a:pt x="14118" y="11674"/>
                </a:lnTo>
                <a:lnTo>
                  <a:pt x="14118" y="11613"/>
                </a:lnTo>
                <a:lnTo>
                  <a:pt x="14121" y="7529"/>
                </a:lnTo>
                <a:lnTo>
                  <a:pt x="14124" y="7415"/>
                </a:lnTo>
                <a:lnTo>
                  <a:pt x="14131" y="7304"/>
                </a:lnTo>
                <a:lnTo>
                  <a:pt x="14145" y="7192"/>
                </a:lnTo>
                <a:lnTo>
                  <a:pt x="14162" y="7083"/>
                </a:lnTo>
                <a:lnTo>
                  <a:pt x="14185" y="6974"/>
                </a:lnTo>
                <a:lnTo>
                  <a:pt x="14212" y="6867"/>
                </a:lnTo>
                <a:lnTo>
                  <a:pt x="14245" y="6761"/>
                </a:lnTo>
                <a:lnTo>
                  <a:pt x="14281" y="6658"/>
                </a:lnTo>
                <a:lnTo>
                  <a:pt x="14322" y="6557"/>
                </a:lnTo>
                <a:lnTo>
                  <a:pt x="14368" y="6458"/>
                </a:lnTo>
                <a:lnTo>
                  <a:pt x="14417" y="6361"/>
                </a:lnTo>
                <a:lnTo>
                  <a:pt x="14471" y="6267"/>
                </a:lnTo>
                <a:lnTo>
                  <a:pt x="14528" y="6175"/>
                </a:lnTo>
                <a:lnTo>
                  <a:pt x="14590" y="6085"/>
                </a:lnTo>
                <a:lnTo>
                  <a:pt x="14655" y="5999"/>
                </a:lnTo>
                <a:lnTo>
                  <a:pt x="14723" y="5915"/>
                </a:lnTo>
                <a:lnTo>
                  <a:pt x="14796" y="5834"/>
                </a:lnTo>
                <a:lnTo>
                  <a:pt x="14872" y="5757"/>
                </a:lnTo>
                <a:lnTo>
                  <a:pt x="14950" y="5683"/>
                </a:lnTo>
                <a:lnTo>
                  <a:pt x="15033" y="5612"/>
                </a:lnTo>
                <a:lnTo>
                  <a:pt x="15118" y="5544"/>
                </a:lnTo>
                <a:lnTo>
                  <a:pt x="15207" y="5480"/>
                </a:lnTo>
                <a:lnTo>
                  <a:pt x="15298" y="5421"/>
                </a:lnTo>
                <a:lnTo>
                  <a:pt x="15391" y="5365"/>
                </a:lnTo>
                <a:lnTo>
                  <a:pt x="15488" y="5313"/>
                </a:lnTo>
                <a:lnTo>
                  <a:pt x="15586" y="5265"/>
                </a:lnTo>
                <a:lnTo>
                  <a:pt x="15689" y="5223"/>
                </a:lnTo>
                <a:lnTo>
                  <a:pt x="15792" y="5183"/>
                </a:lnTo>
                <a:lnTo>
                  <a:pt x="15898" y="5150"/>
                </a:lnTo>
                <a:lnTo>
                  <a:pt x="16006" y="5119"/>
                </a:lnTo>
                <a:lnTo>
                  <a:pt x="16115" y="5095"/>
                </a:lnTo>
                <a:lnTo>
                  <a:pt x="16228" y="5076"/>
                </a:lnTo>
                <a:lnTo>
                  <a:pt x="16680" y="5007"/>
                </a:lnTo>
                <a:lnTo>
                  <a:pt x="16680" y="11613"/>
                </a:lnTo>
                <a:lnTo>
                  <a:pt x="16679" y="11739"/>
                </a:lnTo>
                <a:lnTo>
                  <a:pt x="16674" y="11864"/>
                </a:lnTo>
                <a:lnTo>
                  <a:pt x="16666" y="11988"/>
                </a:lnTo>
                <a:lnTo>
                  <a:pt x="16656" y="12112"/>
                </a:lnTo>
                <a:lnTo>
                  <a:pt x="16641" y="12236"/>
                </a:lnTo>
                <a:lnTo>
                  <a:pt x="16625" y="12358"/>
                </a:lnTo>
                <a:lnTo>
                  <a:pt x="16606" y="12481"/>
                </a:lnTo>
                <a:lnTo>
                  <a:pt x="16583" y="12603"/>
                </a:lnTo>
                <a:lnTo>
                  <a:pt x="16558" y="12723"/>
                </a:lnTo>
                <a:lnTo>
                  <a:pt x="16529" y="12842"/>
                </a:lnTo>
                <a:lnTo>
                  <a:pt x="16498" y="12961"/>
                </a:lnTo>
                <a:lnTo>
                  <a:pt x="16463" y="13079"/>
                </a:lnTo>
                <a:lnTo>
                  <a:pt x="16427" y="13196"/>
                </a:lnTo>
                <a:lnTo>
                  <a:pt x="16386" y="13312"/>
                </a:lnTo>
                <a:lnTo>
                  <a:pt x="16343" y="13427"/>
                </a:lnTo>
                <a:lnTo>
                  <a:pt x="16298" y="13540"/>
                </a:lnTo>
                <a:lnTo>
                  <a:pt x="16249" y="13653"/>
                </a:lnTo>
                <a:lnTo>
                  <a:pt x="16198" y="13765"/>
                </a:lnTo>
                <a:lnTo>
                  <a:pt x="16144" y="13874"/>
                </a:lnTo>
                <a:lnTo>
                  <a:pt x="16088" y="13984"/>
                </a:lnTo>
                <a:lnTo>
                  <a:pt x="16028" y="14091"/>
                </a:lnTo>
                <a:lnTo>
                  <a:pt x="15967" y="14197"/>
                </a:lnTo>
                <a:lnTo>
                  <a:pt x="15901" y="14302"/>
                </a:lnTo>
                <a:lnTo>
                  <a:pt x="15835" y="14405"/>
                </a:lnTo>
                <a:lnTo>
                  <a:pt x="15764" y="14507"/>
                </a:lnTo>
                <a:lnTo>
                  <a:pt x="15692" y="14607"/>
                </a:lnTo>
                <a:lnTo>
                  <a:pt x="15616" y="14706"/>
                </a:lnTo>
                <a:lnTo>
                  <a:pt x="15538" y="14803"/>
                </a:lnTo>
                <a:lnTo>
                  <a:pt x="15457" y="14899"/>
                </a:lnTo>
                <a:lnTo>
                  <a:pt x="15374" y="14993"/>
                </a:lnTo>
                <a:lnTo>
                  <a:pt x="15288" y="15085"/>
                </a:lnTo>
                <a:lnTo>
                  <a:pt x="15201" y="15176"/>
                </a:lnTo>
                <a:lnTo>
                  <a:pt x="15110" y="15265"/>
                </a:lnTo>
                <a:lnTo>
                  <a:pt x="15018" y="15350"/>
                </a:lnTo>
                <a:lnTo>
                  <a:pt x="14924" y="15432"/>
                </a:lnTo>
                <a:lnTo>
                  <a:pt x="14829" y="15514"/>
                </a:lnTo>
                <a:lnTo>
                  <a:pt x="14732" y="15591"/>
                </a:lnTo>
                <a:lnTo>
                  <a:pt x="14633" y="15667"/>
                </a:lnTo>
                <a:lnTo>
                  <a:pt x="14532" y="15740"/>
                </a:lnTo>
                <a:lnTo>
                  <a:pt x="14430" y="15810"/>
                </a:lnTo>
                <a:lnTo>
                  <a:pt x="14327" y="15878"/>
                </a:lnTo>
                <a:lnTo>
                  <a:pt x="14222" y="15943"/>
                </a:lnTo>
                <a:lnTo>
                  <a:pt x="14116" y="16004"/>
                </a:lnTo>
                <a:lnTo>
                  <a:pt x="14008" y="16064"/>
                </a:lnTo>
                <a:lnTo>
                  <a:pt x="13900" y="16120"/>
                </a:lnTo>
                <a:lnTo>
                  <a:pt x="13789" y="16174"/>
                </a:lnTo>
                <a:lnTo>
                  <a:pt x="13679" y="16225"/>
                </a:lnTo>
                <a:lnTo>
                  <a:pt x="13566" y="16274"/>
                </a:lnTo>
                <a:lnTo>
                  <a:pt x="13452" y="16319"/>
                </a:lnTo>
                <a:lnTo>
                  <a:pt x="13338" y="16362"/>
                </a:lnTo>
                <a:lnTo>
                  <a:pt x="13221" y="16403"/>
                </a:lnTo>
                <a:lnTo>
                  <a:pt x="13104" y="16439"/>
                </a:lnTo>
                <a:lnTo>
                  <a:pt x="12986" y="16473"/>
                </a:lnTo>
                <a:lnTo>
                  <a:pt x="12869" y="16505"/>
                </a:lnTo>
                <a:lnTo>
                  <a:pt x="12749" y="16534"/>
                </a:lnTo>
                <a:lnTo>
                  <a:pt x="12628" y="16559"/>
                </a:lnTo>
                <a:lnTo>
                  <a:pt x="12507" y="16582"/>
                </a:lnTo>
                <a:lnTo>
                  <a:pt x="12385" y="16601"/>
                </a:lnTo>
                <a:lnTo>
                  <a:pt x="12262" y="16617"/>
                </a:lnTo>
                <a:lnTo>
                  <a:pt x="12139" y="16632"/>
                </a:lnTo>
                <a:lnTo>
                  <a:pt x="12015" y="16642"/>
                </a:lnTo>
                <a:lnTo>
                  <a:pt x="11890" y="16650"/>
                </a:lnTo>
                <a:lnTo>
                  <a:pt x="11765" y="16655"/>
                </a:lnTo>
                <a:lnTo>
                  <a:pt x="11640" y="16656"/>
                </a:lnTo>
                <a:lnTo>
                  <a:pt x="0" y="166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ru-RU"/>
          </a:p>
        </p:txBody>
      </p:sp>
      <p:sp>
        <p:nvSpPr>
          <p:cNvPr id="15" name="Номер слайда 5"/>
          <p:cNvSpPr>
            <a:spLocks noGrp="1"/>
          </p:cNvSpPr>
          <p:nvPr>
            <p:ph type="sldNum" sz="quarter" idx="12"/>
          </p:nvPr>
        </p:nvSpPr>
        <p:spPr>
          <a:xfrm>
            <a:off x="11465073" y="6368528"/>
            <a:ext cx="432000" cy="384872"/>
          </a:xfrm>
          <a:prstGeom prst="rect">
            <a:avLst/>
          </a:prstGeom>
          <a:noFill/>
        </p:spPr>
        <p:txBody>
          <a:bodyPr anchor="ctr"/>
          <a:lstStyle>
            <a:lvl1pPr algn="r">
              <a:defRPr sz="1400">
                <a:solidFill>
                  <a:schemeClr val="bg1">
                    <a:lumMod val="75000"/>
                  </a:schemeClr>
                </a:solidFill>
              </a:defRPr>
            </a:lvl1pPr>
          </a:lstStyle>
          <a:p>
            <a:fld id="{24F2AE68-28B4-4B40-8AA4-3365A0AE6865}" type="slidenum">
              <a:rPr lang="ru-RU" smtClean="0"/>
              <a:pPr/>
              <a:t>‹#›</a:t>
            </a:fld>
            <a:endParaRPr lang="ru-RU"/>
          </a:p>
        </p:txBody>
      </p:sp>
    </p:spTree>
    <p:extLst>
      <p:ext uri="{BB962C8B-B14F-4D97-AF65-F5344CB8AC3E}">
        <p14:creationId xmlns:p14="http://schemas.microsoft.com/office/powerpoint/2010/main" val="2511876230"/>
      </p:ext>
    </p:extLst>
  </p:cSld>
  <p:clrMapOvr>
    <a:masterClrMapping/>
  </p:clrMapOvr>
  <p:extLst>
    <p:ext uri="{DCECCB84-F9BA-43D5-87BE-67443E8EF086}">
      <p15:sldGuideLst xmlns:p15="http://schemas.microsoft.com/office/powerpoint/2012/main">
        <p15:guide id="1" pos="211">
          <p15:clr>
            <a:srgbClr val="FBAE40"/>
          </p15:clr>
        </p15:guide>
        <p15:guide id="2" pos="746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Обложка главы">
    <p:bg>
      <p:bgPr>
        <a:solidFill>
          <a:srgbClr val="E22A36"/>
        </a:solidFill>
        <a:effectLst/>
      </p:bgPr>
    </p:bg>
    <p:spTree>
      <p:nvGrpSpPr>
        <p:cNvPr id="1" name=""/>
        <p:cNvGrpSpPr/>
        <p:nvPr/>
      </p:nvGrpSpPr>
      <p:grpSpPr>
        <a:xfrm>
          <a:off x="0" y="0"/>
          <a:ext cx="0" cy="0"/>
          <a:chOff x="0" y="0"/>
          <a:chExt cx="0" cy="0"/>
        </a:xfrm>
      </p:grpSpPr>
      <p:graphicFrame>
        <p:nvGraphicFramePr>
          <p:cNvPr id="5" name="Объект 4"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4" imgW="444" imgH="443" progId="TCLayout.ActiveDocument.1">
                  <p:embed/>
                </p:oleObj>
              </mc:Choice>
              <mc:Fallback>
                <p:oleObj name="Слайд think-cell" r:id="rId4" imgW="444" imgH="443" progId="TCLayout.ActiveDocument.1">
                  <p:embed/>
                  <p:pic>
                    <p:nvPicPr>
                      <p:cNvPr id="5" name="Объект 4"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Прямоугольник 1"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endParaRPr lang="ru-RU" sz="4000" b="0" i="0" baseline="0">
              <a:latin typeface="Arial" panose="020B0604020202020204" pitchFamily="34" charset="0"/>
              <a:ea typeface="+mj-ea"/>
              <a:cs typeface="+mj-cs"/>
              <a:sym typeface="Arial" panose="020B0604020202020204" pitchFamily="34" charset="0"/>
            </a:endParaRPr>
          </a:p>
        </p:txBody>
      </p:sp>
      <p:sp>
        <p:nvSpPr>
          <p:cNvPr id="4" name="Freeform 5"/>
          <p:cNvSpPr>
            <a:spLocks noEditPoints="1"/>
          </p:cNvSpPr>
          <p:nvPr userDrawn="1"/>
        </p:nvSpPr>
        <p:spPr bwMode="auto">
          <a:xfrm>
            <a:off x="11387695" y="288912"/>
            <a:ext cx="464767" cy="464098"/>
          </a:xfrm>
          <a:custGeom>
            <a:avLst/>
            <a:gdLst>
              <a:gd name="T0" fmla="*/ 39 w 16680"/>
              <a:gd name="T1" fmla="*/ 4421 h 16656"/>
              <a:gd name="T2" fmla="*/ 182 w 16680"/>
              <a:gd name="T3" fmla="*/ 3696 h 16656"/>
              <a:gd name="T4" fmla="*/ 431 w 16680"/>
              <a:gd name="T5" fmla="*/ 3003 h 16656"/>
              <a:gd name="T6" fmla="*/ 779 w 16680"/>
              <a:gd name="T7" fmla="*/ 2354 h 16656"/>
              <a:gd name="T8" fmla="*/ 1223 w 16680"/>
              <a:gd name="T9" fmla="*/ 1757 h 16656"/>
              <a:gd name="T10" fmla="*/ 1756 w 16680"/>
              <a:gd name="T11" fmla="*/ 1224 h 16656"/>
              <a:gd name="T12" fmla="*/ 2353 w 16680"/>
              <a:gd name="T13" fmla="*/ 778 h 16656"/>
              <a:gd name="T14" fmla="*/ 3002 w 16680"/>
              <a:gd name="T15" fmla="*/ 431 h 16656"/>
              <a:gd name="T16" fmla="*/ 3694 w 16680"/>
              <a:gd name="T17" fmla="*/ 183 h 16656"/>
              <a:gd name="T18" fmla="*/ 4418 w 16680"/>
              <a:gd name="T19" fmla="*/ 39 h 16656"/>
              <a:gd name="T20" fmla="*/ 16680 w 16680"/>
              <a:gd name="T21" fmla="*/ 0 h 16656"/>
              <a:gd name="T22" fmla="*/ 4797 w 16680"/>
              <a:gd name="T23" fmla="*/ 2575 h 16656"/>
              <a:gd name="T24" fmla="*/ 4438 w 16680"/>
              <a:gd name="T25" fmla="*/ 2638 h 16656"/>
              <a:gd name="T26" fmla="*/ 4096 w 16680"/>
              <a:gd name="T27" fmla="*/ 2752 h 16656"/>
              <a:gd name="T28" fmla="*/ 3773 w 16680"/>
              <a:gd name="T29" fmla="*/ 2914 h 16656"/>
              <a:gd name="T30" fmla="*/ 3475 w 16680"/>
              <a:gd name="T31" fmla="*/ 3126 h 16656"/>
              <a:gd name="T32" fmla="*/ 3206 w 16680"/>
              <a:gd name="T33" fmla="*/ 3383 h 16656"/>
              <a:gd name="T34" fmla="*/ 2978 w 16680"/>
              <a:gd name="T35" fmla="*/ 3672 h 16656"/>
              <a:gd name="T36" fmla="*/ 2799 w 16680"/>
              <a:gd name="T37" fmla="*/ 3988 h 16656"/>
              <a:gd name="T38" fmla="*/ 2669 w 16680"/>
              <a:gd name="T39" fmla="*/ 4325 h 16656"/>
              <a:gd name="T40" fmla="*/ 2589 w 16680"/>
              <a:gd name="T41" fmla="*/ 4678 h 16656"/>
              <a:gd name="T42" fmla="*/ 2561 w 16680"/>
              <a:gd name="T43" fmla="*/ 5043 h 16656"/>
              <a:gd name="T44" fmla="*/ 2438 w 16680"/>
              <a:gd name="T45" fmla="*/ 9863 h 16656"/>
              <a:gd name="T46" fmla="*/ 2181 w 16680"/>
              <a:gd name="T47" fmla="*/ 10425 h 16656"/>
              <a:gd name="T48" fmla="*/ 1802 w 16680"/>
              <a:gd name="T49" fmla="*/ 10900 h 16656"/>
              <a:gd name="T50" fmla="*/ 1322 w 16680"/>
              <a:gd name="T51" fmla="*/ 11271 h 16656"/>
              <a:gd name="T52" fmla="*/ 759 w 16680"/>
              <a:gd name="T53" fmla="*/ 11514 h 16656"/>
              <a:gd name="T54" fmla="*/ 9857 w 16680"/>
              <a:gd name="T55" fmla="*/ 11659 h 16656"/>
              <a:gd name="T56" fmla="*/ 4813 w 16680"/>
              <a:gd name="T57" fmla="*/ 5138 h 16656"/>
              <a:gd name="T58" fmla="*/ 9857 w 16680"/>
              <a:gd name="T59" fmla="*/ 11659 h 16656"/>
              <a:gd name="T60" fmla="*/ 11823 w 16680"/>
              <a:gd name="T61" fmla="*/ 14086 h 16656"/>
              <a:gd name="T62" fmla="*/ 12184 w 16680"/>
              <a:gd name="T63" fmla="*/ 14033 h 16656"/>
              <a:gd name="T64" fmla="*/ 12529 w 16680"/>
              <a:gd name="T65" fmla="*/ 13927 h 16656"/>
              <a:gd name="T66" fmla="*/ 12855 w 16680"/>
              <a:gd name="T67" fmla="*/ 13771 h 16656"/>
              <a:gd name="T68" fmla="*/ 13157 w 16680"/>
              <a:gd name="T69" fmla="*/ 13567 h 16656"/>
              <a:gd name="T70" fmla="*/ 13432 w 16680"/>
              <a:gd name="T71" fmla="*/ 13318 h 16656"/>
              <a:gd name="T72" fmla="*/ 13666 w 16680"/>
              <a:gd name="T73" fmla="*/ 13033 h 16656"/>
              <a:gd name="T74" fmla="*/ 13854 w 16680"/>
              <a:gd name="T75" fmla="*/ 12723 h 16656"/>
              <a:gd name="T76" fmla="*/ 13992 w 16680"/>
              <a:gd name="T77" fmla="*/ 12390 h 16656"/>
              <a:gd name="T78" fmla="*/ 14081 w 16680"/>
              <a:gd name="T79" fmla="*/ 12038 h 16656"/>
              <a:gd name="T80" fmla="*/ 14118 w 16680"/>
              <a:gd name="T81" fmla="*/ 11674 h 16656"/>
              <a:gd name="T82" fmla="*/ 14162 w 16680"/>
              <a:gd name="T83" fmla="*/ 7083 h 16656"/>
              <a:gd name="T84" fmla="*/ 14368 w 16680"/>
              <a:gd name="T85" fmla="*/ 6458 h 16656"/>
              <a:gd name="T86" fmla="*/ 14723 w 16680"/>
              <a:gd name="T87" fmla="*/ 5915 h 16656"/>
              <a:gd name="T88" fmla="*/ 15207 w 16680"/>
              <a:gd name="T89" fmla="*/ 5480 h 16656"/>
              <a:gd name="T90" fmla="*/ 15792 w 16680"/>
              <a:gd name="T91" fmla="*/ 5183 h 16656"/>
              <a:gd name="T92" fmla="*/ 16680 w 16680"/>
              <a:gd name="T93" fmla="*/ 11613 h 16656"/>
              <a:gd name="T94" fmla="*/ 16625 w 16680"/>
              <a:gd name="T95" fmla="*/ 12358 h 16656"/>
              <a:gd name="T96" fmla="*/ 16463 w 16680"/>
              <a:gd name="T97" fmla="*/ 13079 h 16656"/>
              <a:gd name="T98" fmla="*/ 16198 w 16680"/>
              <a:gd name="T99" fmla="*/ 13765 h 16656"/>
              <a:gd name="T100" fmla="*/ 15835 w 16680"/>
              <a:gd name="T101" fmla="*/ 14405 h 16656"/>
              <a:gd name="T102" fmla="*/ 15374 w 16680"/>
              <a:gd name="T103" fmla="*/ 14993 h 16656"/>
              <a:gd name="T104" fmla="*/ 14829 w 16680"/>
              <a:gd name="T105" fmla="*/ 15514 h 16656"/>
              <a:gd name="T106" fmla="*/ 14222 w 16680"/>
              <a:gd name="T107" fmla="*/ 15943 h 16656"/>
              <a:gd name="T108" fmla="*/ 13566 w 16680"/>
              <a:gd name="T109" fmla="*/ 16274 h 16656"/>
              <a:gd name="T110" fmla="*/ 12869 w 16680"/>
              <a:gd name="T111" fmla="*/ 16505 h 16656"/>
              <a:gd name="T112" fmla="*/ 12139 w 16680"/>
              <a:gd name="T113" fmla="*/ 16632 h 16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6680" h="16656">
                <a:moveTo>
                  <a:pt x="0" y="5043"/>
                </a:moveTo>
                <a:lnTo>
                  <a:pt x="1" y="4918"/>
                </a:lnTo>
                <a:lnTo>
                  <a:pt x="6" y="4793"/>
                </a:lnTo>
                <a:lnTo>
                  <a:pt x="14" y="4668"/>
                </a:lnTo>
                <a:lnTo>
                  <a:pt x="24" y="4544"/>
                </a:lnTo>
                <a:lnTo>
                  <a:pt x="39" y="4421"/>
                </a:lnTo>
                <a:lnTo>
                  <a:pt x="55" y="4298"/>
                </a:lnTo>
                <a:lnTo>
                  <a:pt x="74" y="4175"/>
                </a:lnTo>
                <a:lnTo>
                  <a:pt x="97" y="4054"/>
                </a:lnTo>
                <a:lnTo>
                  <a:pt x="123" y="3933"/>
                </a:lnTo>
                <a:lnTo>
                  <a:pt x="151" y="3814"/>
                </a:lnTo>
                <a:lnTo>
                  <a:pt x="182" y="3696"/>
                </a:lnTo>
                <a:lnTo>
                  <a:pt x="217" y="3578"/>
                </a:lnTo>
                <a:lnTo>
                  <a:pt x="253" y="3461"/>
                </a:lnTo>
                <a:lnTo>
                  <a:pt x="294" y="3344"/>
                </a:lnTo>
                <a:lnTo>
                  <a:pt x="337" y="3229"/>
                </a:lnTo>
                <a:lnTo>
                  <a:pt x="382" y="3116"/>
                </a:lnTo>
                <a:lnTo>
                  <a:pt x="431" y="3003"/>
                </a:lnTo>
                <a:lnTo>
                  <a:pt x="482" y="2892"/>
                </a:lnTo>
                <a:lnTo>
                  <a:pt x="536" y="2782"/>
                </a:lnTo>
                <a:lnTo>
                  <a:pt x="592" y="2672"/>
                </a:lnTo>
                <a:lnTo>
                  <a:pt x="652" y="2565"/>
                </a:lnTo>
                <a:lnTo>
                  <a:pt x="714" y="2459"/>
                </a:lnTo>
                <a:lnTo>
                  <a:pt x="779" y="2354"/>
                </a:lnTo>
                <a:lnTo>
                  <a:pt x="845" y="2251"/>
                </a:lnTo>
                <a:lnTo>
                  <a:pt x="916" y="2149"/>
                </a:lnTo>
                <a:lnTo>
                  <a:pt x="988" y="2049"/>
                </a:lnTo>
                <a:lnTo>
                  <a:pt x="1064" y="1950"/>
                </a:lnTo>
                <a:lnTo>
                  <a:pt x="1143" y="1853"/>
                </a:lnTo>
                <a:lnTo>
                  <a:pt x="1223" y="1757"/>
                </a:lnTo>
                <a:lnTo>
                  <a:pt x="1306" y="1663"/>
                </a:lnTo>
                <a:lnTo>
                  <a:pt x="1392" y="1571"/>
                </a:lnTo>
                <a:lnTo>
                  <a:pt x="1479" y="1480"/>
                </a:lnTo>
                <a:lnTo>
                  <a:pt x="1570" y="1391"/>
                </a:lnTo>
                <a:lnTo>
                  <a:pt x="1662" y="1306"/>
                </a:lnTo>
                <a:lnTo>
                  <a:pt x="1756" y="1224"/>
                </a:lnTo>
                <a:lnTo>
                  <a:pt x="1851" y="1142"/>
                </a:lnTo>
                <a:lnTo>
                  <a:pt x="1948" y="1065"/>
                </a:lnTo>
                <a:lnTo>
                  <a:pt x="2047" y="989"/>
                </a:lnTo>
                <a:lnTo>
                  <a:pt x="2148" y="916"/>
                </a:lnTo>
                <a:lnTo>
                  <a:pt x="2250" y="846"/>
                </a:lnTo>
                <a:lnTo>
                  <a:pt x="2353" y="778"/>
                </a:lnTo>
                <a:lnTo>
                  <a:pt x="2458" y="713"/>
                </a:lnTo>
                <a:lnTo>
                  <a:pt x="2565" y="652"/>
                </a:lnTo>
                <a:lnTo>
                  <a:pt x="2672" y="592"/>
                </a:lnTo>
                <a:lnTo>
                  <a:pt x="2780" y="536"/>
                </a:lnTo>
                <a:lnTo>
                  <a:pt x="2891" y="482"/>
                </a:lnTo>
                <a:lnTo>
                  <a:pt x="3002" y="431"/>
                </a:lnTo>
                <a:lnTo>
                  <a:pt x="3114" y="382"/>
                </a:lnTo>
                <a:lnTo>
                  <a:pt x="3228" y="337"/>
                </a:lnTo>
                <a:lnTo>
                  <a:pt x="3343" y="294"/>
                </a:lnTo>
                <a:lnTo>
                  <a:pt x="3459" y="253"/>
                </a:lnTo>
                <a:lnTo>
                  <a:pt x="3576" y="217"/>
                </a:lnTo>
                <a:lnTo>
                  <a:pt x="3694" y="183"/>
                </a:lnTo>
                <a:lnTo>
                  <a:pt x="3812" y="151"/>
                </a:lnTo>
                <a:lnTo>
                  <a:pt x="3931" y="122"/>
                </a:lnTo>
                <a:lnTo>
                  <a:pt x="4052" y="97"/>
                </a:lnTo>
                <a:lnTo>
                  <a:pt x="4173" y="74"/>
                </a:lnTo>
                <a:lnTo>
                  <a:pt x="4295" y="55"/>
                </a:lnTo>
                <a:lnTo>
                  <a:pt x="4418" y="39"/>
                </a:lnTo>
                <a:lnTo>
                  <a:pt x="4541" y="24"/>
                </a:lnTo>
                <a:lnTo>
                  <a:pt x="4665" y="14"/>
                </a:lnTo>
                <a:lnTo>
                  <a:pt x="4790" y="6"/>
                </a:lnTo>
                <a:lnTo>
                  <a:pt x="4915" y="1"/>
                </a:lnTo>
                <a:lnTo>
                  <a:pt x="5040" y="0"/>
                </a:lnTo>
                <a:lnTo>
                  <a:pt x="16680" y="0"/>
                </a:lnTo>
                <a:lnTo>
                  <a:pt x="16680" y="2563"/>
                </a:lnTo>
                <a:lnTo>
                  <a:pt x="5040" y="2563"/>
                </a:lnTo>
                <a:lnTo>
                  <a:pt x="4979" y="2564"/>
                </a:lnTo>
                <a:lnTo>
                  <a:pt x="4919" y="2566"/>
                </a:lnTo>
                <a:lnTo>
                  <a:pt x="4857" y="2570"/>
                </a:lnTo>
                <a:lnTo>
                  <a:pt x="4797" y="2575"/>
                </a:lnTo>
                <a:lnTo>
                  <a:pt x="4736" y="2582"/>
                </a:lnTo>
                <a:lnTo>
                  <a:pt x="4676" y="2590"/>
                </a:lnTo>
                <a:lnTo>
                  <a:pt x="4616" y="2599"/>
                </a:lnTo>
                <a:lnTo>
                  <a:pt x="4556" y="2611"/>
                </a:lnTo>
                <a:lnTo>
                  <a:pt x="4497" y="2623"/>
                </a:lnTo>
                <a:lnTo>
                  <a:pt x="4438" y="2638"/>
                </a:lnTo>
                <a:lnTo>
                  <a:pt x="4381" y="2653"/>
                </a:lnTo>
                <a:lnTo>
                  <a:pt x="4322" y="2669"/>
                </a:lnTo>
                <a:lnTo>
                  <a:pt x="4265" y="2688"/>
                </a:lnTo>
                <a:lnTo>
                  <a:pt x="4208" y="2708"/>
                </a:lnTo>
                <a:lnTo>
                  <a:pt x="4151" y="2729"/>
                </a:lnTo>
                <a:lnTo>
                  <a:pt x="4096" y="2752"/>
                </a:lnTo>
                <a:lnTo>
                  <a:pt x="4041" y="2776"/>
                </a:lnTo>
                <a:lnTo>
                  <a:pt x="3985" y="2801"/>
                </a:lnTo>
                <a:lnTo>
                  <a:pt x="3931" y="2827"/>
                </a:lnTo>
                <a:lnTo>
                  <a:pt x="3878" y="2855"/>
                </a:lnTo>
                <a:lnTo>
                  <a:pt x="3825" y="2884"/>
                </a:lnTo>
                <a:lnTo>
                  <a:pt x="3773" y="2914"/>
                </a:lnTo>
                <a:lnTo>
                  <a:pt x="3722" y="2947"/>
                </a:lnTo>
                <a:lnTo>
                  <a:pt x="3671" y="2980"/>
                </a:lnTo>
                <a:lnTo>
                  <a:pt x="3621" y="3015"/>
                </a:lnTo>
                <a:lnTo>
                  <a:pt x="3571" y="3050"/>
                </a:lnTo>
                <a:lnTo>
                  <a:pt x="3523" y="3088"/>
                </a:lnTo>
                <a:lnTo>
                  <a:pt x="3475" y="3126"/>
                </a:lnTo>
                <a:lnTo>
                  <a:pt x="3428" y="3166"/>
                </a:lnTo>
                <a:lnTo>
                  <a:pt x="3381" y="3206"/>
                </a:lnTo>
                <a:lnTo>
                  <a:pt x="3336" y="3249"/>
                </a:lnTo>
                <a:lnTo>
                  <a:pt x="3291" y="3292"/>
                </a:lnTo>
                <a:lnTo>
                  <a:pt x="3247" y="3337"/>
                </a:lnTo>
                <a:lnTo>
                  <a:pt x="3206" y="3383"/>
                </a:lnTo>
                <a:lnTo>
                  <a:pt x="3165" y="3429"/>
                </a:lnTo>
                <a:lnTo>
                  <a:pt x="3124" y="3476"/>
                </a:lnTo>
                <a:lnTo>
                  <a:pt x="3087" y="3524"/>
                </a:lnTo>
                <a:lnTo>
                  <a:pt x="3049" y="3573"/>
                </a:lnTo>
                <a:lnTo>
                  <a:pt x="3013" y="3622"/>
                </a:lnTo>
                <a:lnTo>
                  <a:pt x="2978" y="3672"/>
                </a:lnTo>
                <a:lnTo>
                  <a:pt x="2945" y="3723"/>
                </a:lnTo>
                <a:lnTo>
                  <a:pt x="2914" y="3775"/>
                </a:lnTo>
                <a:lnTo>
                  <a:pt x="2883" y="3827"/>
                </a:lnTo>
                <a:lnTo>
                  <a:pt x="2853" y="3880"/>
                </a:lnTo>
                <a:lnTo>
                  <a:pt x="2825" y="3933"/>
                </a:lnTo>
                <a:lnTo>
                  <a:pt x="2799" y="3988"/>
                </a:lnTo>
                <a:lnTo>
                  <a:pt x="2774" y="4043"/>
                </a:lnTo>
                <a:lnTo>
                  <a:pt x="2750" y="4098"/>
                </a:lnTo>
                <a:lnTo>
                  <a:pt x="2727" y="4154"/>
                </a:lnTo>
                <a:lnTo>
                  <a:pt x="2706" y="4210"/>
                </a:lnTo>
                <a:lnTo>
                  <a:pt x="2687" y="4267"/>
                </a:lnTo>
                <a:lnTo>
                  <a:pt x="2669" y="4325"/>
                </a:lnTo>
                <a:lnTo>
                  <a:pt x="2651" y="4382"/>
                </a:lnTo>
                <a:lnTo>
                  <a:pt x="2636" y="4440"/>
                </a:lnTo>
                <a:lnTo>
                  <a:pt x="2622" y="4500"/>
                </a:lnTo>
                <a:lnTo>
                  <a:pt x="2609" y="4558"/>
                </a:lnTo>
                <a:lnTo>
                  <a:pt x="2598" y="4618"/>
                </a:lnTo>
                <a:lnTo>
                  <a:pt x="2589" y="4678"/>
                </a:lnTo>
                <a:lnTo>
                  <a:pt x="2580" y="4738"/>
                </a:lnTo>
                <a:lnTo>
                  <a:pt x="2574" y="4798"/>
                </a:lnTo>
                <a:lnTo>
                  <a:pt x="2569" y="4860"/>
                </a:lnTo>
                <a:lnTo>
                  <a:pt x="2565" y="4920"/>
                </a:lnTo>
                <a:lnTo>
                  <a:pt x="2562" y="4982"/>
                </a:lnTo>
                <a:lnTo>
                  <a:pt x="2561" y="5043"/>
                </a:lnTo>
                <a:lnTo>
                  <a:pt x="2547" y="9346"/>
                </a:lnTo>
                <a:lnTo>
                  <a:pt x="2533" y="9452"/>
                </a:lnTo>
                <a:lnTo>
                  <a:pt x="2516" y="9558"/>
                </a:lnTo>
                <a:lnTo>
                  <a:pt x="2494" y="9661"/>
                </a:lnTo>
                <a:lnTo>
                  <a:pt x="2468" y="9763"/>
                </a:lnTo>
                <a:lnTo>
                  <a:pt x="2438" y="9863"/>
                </a:lnTo>
                <a:lnTo>
                  <a:pt x="2404" y="9961"/>
                </a:lnTo>
                <a:lnTo>
                  <a:pt x="2366" y="10058"/>
                </a:lnTo>
                <a:lnTo>
                  <a:pt x="2326" y="10153"/>
                </a:lnTo>
                <a:lnTo>
                  <a:pt x="2281" y="10245"/>
                </a:lnTo>
                <a:lnTo>
                  <a:pt x="2232" y="10336"/>
                </a:lnTo>
                <a:lnTo>
                  <a:pt x="2181" y="10425"/>
                </a:lnTo>
                <a:lnTo>
                  <a:pt x="2126" y="10510"/>
                </a:lnTo>
                <a:lnTo>
                  <a:pt x="2067" y="10594"/>
                </a:lnTo>
                <a:lnTo>
                  <a:pt x="2005" y="10674"/>
                </a:lnTo>
                <a:lnTo>
                  <a:pt x="1940" y="10752"/>
                </a:lnTo>
                <a:lnTo>
                  <a:pt x="1872" y="10827"/>
                </a:lnTo>
                <a:lnTo>
                  <a:pt x="1802" y="10900"/>
                </a:lnTo>
                <a:lnTo>
                  <a:pt x="1728" y="10970"/>
                </a:lnTo>
                <a:lnTo>
                  <a:pt x="1652" y="11037"/>
                </a:lnTo>
                <a:lnTo>
                  <a:pt x="1573" y="11099"/>
                </a:lnTo>
                <a:lnTo>
                  <a:pt x="1492" y="11160"/>
                </a:lnTo>
                <a:lnTo>
                  <a:pt x="1408" y="11217"/>
                </a:lnTo>
                <a:lnTo>
                  <a:pt x="1322" y="11271"/>
                </a:lnTo>
                <a:lnTo>
                  <a:pt x="1233" y="11321"/>
                </a:lnTo>
                <a:lnTo>
                  <a:pt x="1143" y="11367"/>
                </a:lnTo>
                <a:lnTo>
                  <a:pt x="1050" y="11409"/>
                </a:lnTo>
                <a:lnTo>
                  <a:pt x="955" y="11448"/>
                </a:lnTo>
                <a:lnTo>
                  <a:pt x="858" y="11482"/>
                </a:lnTo>
                <a:lnTo>
                  <a:pt x="759" y="11514"/>
                </a:lnTo>
                <a:lnTo>
                  <a:pt x="659" y="11540"/>
                </a:lnTo>
                <a:lnTo>
                  <a:pt x="557" y="11563"/>
                </a:lnTo>
                <a:lnTo>
                  <a:pt x="453" y="11580"/>
                </a:lnTo>
                <a:lnTo>
                  <a:pt x="0" y="11649"/>
                </a:lnTo>
                <a:lnTo>
                  <a:pt x="0" y="5043"/>
                </a:lnTo>
                <a:close/>
                <a:moveTo>
                  <a:pt x="9857" y="11659"/>
                </a:moveTo>
                <a:lnTo>
                  <a:pt x="9857" y="8346"/>
                </a:lnTo>
                <a:lnTo>
                  <a:pt x="8340" y="10159"/>
                </a:lnTo>
                <a:lnTo>
                  <a:pt x="6822" y="8346"/>
                </a:lnTo>
                <a:lnTo>
                  <a:pt x="6822" y="11659"/>
                </a:lnTo>
                <a:lnTo>
                  <a:pt x="4813" y="11659"/>
                </a:lnTo>
                <a:lnTo>
                  <a:pt x="4813" y="5138"/>
                </a:lnTo>
                <a:lnTo>
                  <a:pt x="6717" y="5138"/>
                </a:lnTo>
                <a:lnTo>
                  <a:pt x="8340" y="7235"/>
                </a:lnTo>
                <a:lnTo>
                  <a:pt x="9962" y="5138"/>
                </a:lnTo>
                <a:lnTo>
                  <a:pt x="11867" y="5138"/>
                </a:lnTo>
                <a:lnTo>
                  <a:pt x="11867" y="11659"/>
                </a:lnTo>
                <a:lnTo>
                  <a:pt x="9857" y="11659"/>
                </a:lnTo>
                <a:close/>
                <a:moveTo>
                  <a:pt x="0" y="16656"/>
                </a:moveTo>
                <a:lnTo>
                  <a:pt x="0" y="14093"/>
                </a:lnTo>
                <a:lnTo>
                  <a:pt x="11640" y="14093"/>
                </a:lnTo>
                <a:lnTo>
                  <a:pt x="11701" y="14092"/>
                </a:lnTo>
                <a:lnTo>
                  <a:pt x="11763" y="14090"/>
                </a:lnTo>
                <a:lnTo>
                  <a:pt x="11823" y="14086"/>
                </a:lnTo>
                <a:lnTo>
                  <a:pt x="11885" y="14081"/>
                </a:lnTo>
                <a:lnTo>
                  <a:pt x="11945" y="14074"/>
                </a:lnTo>
                <a:lnTo>
                  <a:pt x="12004" y="14066"/>
                </a:lnTo>
                <a:lnTo>
                  <a:pt x="12065" y="14057"/>
                </a:lnTo>
                <a:lnTo>
                  <a:pt x="12124" y="14045"/>
                </a:lnTo>
                <a:lnTo>
                  <a:pt x="12184" y="14033"/>
                </a:lnTo>
                <a:lnTo>
                  <a:pt x="12242" y="14018"/>
                </a:lnTo>
                <a:lnTo>
                  <a:pt x="12300" y="14003"/>
                </a:lnTo>
                <a:lnTo>
                  <a:pt x="12358" y="13986"/>
                </a:lnTo>
                <a:lnTo>
                  <a:pt x="12415" y="13968"/>
                </a:lnTo>
                <a:lnTo>
                  <a:pt x="12472" y="13948"/>
                </a:lnTo>
                <a:lnTo>
                  <a:pt x="12529" y="13927"/>
                </a:lnTo>
                <a:lnTo>
                  <a:pt x="12584" y="13904"/>
                </a:lnTo>
                <a:lnTo>
                  <a:pt x="12639" y="13880"/>
                </a:lnTo>
                <a:lnTo>
                  <a:pt x="12695" y="13855"/>
                </a:lnTo>
                <a:lnTo>
                  <a:pt x="12749" y="13828"/>
                </a:lnTo>
                <a:lnTo>
                  <a:pt x="12802" y="13801"/>
                </a:lnTo>
                <a:lnTo>
                  <a:pt x="12855" y="13771"/>
                </a:lnTo>
                <a:lnTo>
                  <a:pt x="12907" y="13741"/>
                </a:lnTo>
                <a:lnTo>
                  <a:pt x="12958" y="13708"/>
                </a:lnTo>
                <a:lnTo>
                  <a:pt x="13009" y="13676"/>
                </a:lnTo>
                <a:lnTo>
                  <a:pt x="13059" y="13640"/>
                </a:lnTo>
                <a:lnTo>
                  <a:pt x="13108" y="13605"/>
                </a:lnTo>
                <a:lnTo>
                  <a:pt x="13157" y="13567"/>
                </a:lnTo>
                <a:lnTo>
                  <a:pt x="13205" y="13529"/>
                </a:lnTo>
                <a:lnTo>
                  <a:pt x="13252" y="13489"/>
                </a:lnTo>
                <a:lnTo>
                  <a:pt x="13298" y="13449"/>
                </a:lnTo>
                <a:lnTo>
                  <a:pt x="13344" y="13407"/>
                </a:lnTo>
                <a:lnTo>
                  <a:pt x="13389" y="13363"/>
                </a:lnTo>
                <a:lnTo>
                  <a:pt x="13432" y="13318"/>
                </a:lnTo>
                <a:lnTo>
                  <a:pt x="13474" y="13273"/>
                </a:lnTo>
                <a:lnTo>
                  <a:pt x="13515" y="13226"/>
                </a:lnTo>
                <a:lnTo>
                  <a:pt x="13555" y="13179"/>
                </a:lnTo>
                <a:lnTo>
                  <a:pt x="13593" y="13131"/>
                </a:lnTo>
                <a:lnTo>
                  <a:pt x="13631" y="13083"/>
                </a:lnTo>
                <a:lnTo>
                  <a:pt x="13666" y="13033"/>
                </a:lnTo>
                <a:lnTo>
                  <a:pt x="13701" y="12983"/>
                </a:lnTo>
                <a:lnTo>
                  <a:pt x="13734" y="12933"/>
                </a:lnTo>
                <a:lnTo>
                  <a:pt x="13766" y="12881"/>
                </a:lnTo>
                <a:lnTo>
                  <a:pt x="13796" y="12829"/>
                </a:lnTo>
                <a:lnTo>
                  <a:pt x="13826" y="12776"/>
                </a:lnTo>
                <a:lnTo>
                  <a:pt x="13854" y="12723"/>
                </a:lnTo>
                <a:lnTo>
                  <a:pt x="13881" y="12668"/>
                </a:lnTo>
                <a:lnTo>
                  <a:pt x="13906" y="12614"/>
                </a:lnTo>
                <a:lnTo>
                  <a:pt x="13930" y="12559"/>
                </a:lnTo>
                <a:lnTo>
                  <a:pt x="13952" y="12502"/>
                </a:lnTo>
                <a:lnTo>
                  <a:pt x="13974" y="12446"/>
                </a:lnTo>
                <a:lnTo>
                  <a:pt x="13992" y="12390"/>
                </a:lnTo>
                <a:lnTo>
                  <a:pt x="14011" y="12332"/>
                </a:lnTo>
                <a:lnTo>
                  <a:pt x="14028" y="12274"/>
                </a:lnTo>
                <a:lnTo>
                  <a:pt x="14044" y="12216"/>
                </a:lnTo>
                <a:lnTo>
                  <a:pt x="14057" y="12157"/>
                </a:lnTo>
                <a:lnTo>
                  <a:pt x="14071" y="12098"/>
                </a:lnTo>
                <a:lnTo>
                  <a:pt x="14081" y="12038"/>
                </a:lnTo>
                <a:lnTo>
                  <a:pt x="14091" y="11979"/>
                </a:lnTo>
                <a:lnTo>
                  <a:pt x="14099" y="11918"/>
                </a:lnTo>
                <a:lnTo>
                  <a:pt x="14106" y="11858"/>
                </a:lnTo>
                <a:lnTo>
                  <a:pt x="14111" y="11797"/>
                </a:lnTo>
                <a:lnTo>
                  <a:pt x="14115" y="11736"/>
                </a:lnTo>
                <a:lnTo>
                  <a:pt x="14118" y="11674"/>
                </a:lnTo>
                <a:lnTo>
                  <a:pt x="14118" y="11613"/>
                </a:lnTo>
                <a:lnTo>
                  <a:pt x="14121" y="7529"/>
                </a:lnTo>
                <a:lnTo>
                  <a:pt x="14124" y="7415"/>
                </a:lnTo>
                <a:lnTo>
                  <a:pt x="14131" y="7304"/>
                </a:lnTo>
                <a:lnTo>
                  <a:pt x="14145" y="7192"/>
                </a:lnTo>
                <a:lnTo>
                  <a:pt x="14162" y="7083"/>
                </a:lnTo>
                <a:lnTo>
                  <a:pt x="14185" y="6974"/>
                </a:lnTo>
                <a:lnTo>
                  <a:pt x="14212" y="6867"/>
                </a:lnTo>
                <a:lnTo>
                  <a:pt x="14245" y="6761"/>
                </a:lnTo>
                <a:lnTo>
                  <a:pt x="14281" y="6658"/>
                </a:lnTo>
                <a:lnTo>
                  <a:pt x="14322" y="6557"/>
                </a:lnTo>
                <a:lnTo>
                  <a:pt x="14368" y="6458"/>
                </a:lnTo>
                <a:lnTo>
                  <a:pt x="14417" y="6361"/>
                </a:lnTo>
                <a:lnTo>
                  <a:pt x="14471" y="6267"/>
                </a:lnTo>
                <a:lnTo>
                  <a:pt x="14528" y="6175"/>
                </a:lnTo>
                <a:lnTo>
                  <a:pt x="14590" y="6085"/>
                </a:lnTo>
                <a:lnTo>
                  <a:pt x="14655" y="5999"/>
                </a:lnTo>
                <a:lnTo>
                  <a:pt x="14723" y="5915"/>
                </a:lnTo>
                <a:lnTo>
                  <a:pt x="14796" y="5834"/>
                </a:lnTo>
                <a:lnTo>
                  <a:pt x="14872" y="5757"/>
                </a:lnTo>
                <a:lnTo>
                  <a:pt x="14950" y="5683"/>
                </a:lnTo>
                <a:lnTo>
                  <a:pt x="15033" y="5612"/>
                </a:lnTo>
                <a:lnTo>
                  <a:pt x="15118" y="5544"/>
                </a:lnTo>
                <a:lnTo>
                  <a:pt x="15207" y="5480"/>
                </a:lnTo>
                <a:lnTo>
                  <a:pt x="15298" y="5421"/>
                </a:lnTo>
                <a:lnTo>
                  <a:pt x="15391" y="5365"/>
                </a:lnTo>
                <a:lnTo>
                  <a:pt x="15488" y="5313"/>
                </a:lnTo>
                <a:lnTo>
                  <a:pt x="15586" y="5265"/>
                </a:lnTo>
                <a:lnTo>
                  <a:pt x="15689" y="5223"/>
                </a:lnTo>
                <a:lnTo>
                  <a:pt x="15792" y="5183"/>
                </a:lnTo>
                <a:lnTo>
                  <a:pt x="15898" y="5150"/>
                </a:lnTo>
                <a:lnTo>
                  <a:pt x="16006" y="5119"/>
                </a:lnTo>
                <a:lnTo>
                  <a:pt x="16115" y="5095"/>
                </a:lnTo>
                <a:lnTo>
                  <a:pt x="16228" y="5076"/>
                </a:lnTo>
                <a:lnTo>
                  <a:pt x="16680" y="5007"/>
                </a:lnTo>
                <a:lnTo>
                  <a:pt x="16680" y="11613"/>
                </a:lnTo>
                <a:lnTo>
                  <a:pt x="16679" y="11739"/>
                </a:lnTo>
                <a:lnTo>
                  <a:pt x="16674" y="11864"/>
                </a:lnTo>
                <a:lnTo>
                  <a:pt x="16666" y="11988"/>
                </a:lnTo>
                <a:lnTo>
                  <a:pt x="16656" y="12112"/>
                </a:lnTo>
                <a:lnTo>
                  <a:pt x="16641" y="12236"/>
                </a:lnTo>
                <a:lnTo>
                  <a:pt x="16625" y="12358"/>
                </a:lnTo>
                <a:lnTo>
                  <a:pt x="16606" y="12481"/>
                </a:lnTo>
                <a:lnTo>
                  <a:pt x="16583" y="12603"/>
                </a:lnTo>
                <a:lnTo>
                  <a:pt x="16558" y="12723"/>
                </a:lnTo>
                <a:lnTo>
                  <a:pt x="16529" y="12842"/>
                </a:lnTo>
                <a:lnTo>
                  <a:pt x="16498" y="12961"/>
                </a:lnTo>
                <a:lnTo>
                  <a:pt x="16463" y="13079"/>
                </a:lnTo>
                <a:lnTo>
                  <a:pt x="16427" y="13196"/>
                </a:lnTo>
                <a:lnTo>
                  <a:pt x="16386" y="13312"/>
                </a:lnTo>
                <a:lnTo>
                  <a:pt x="16343" y="13427"/>
                </a:lnTo>
                <a:lnTo>
                  <a:pt x="16298" y="13540"/>
                </a:lnTo>
                <a:lnTo>
                  <a:pt x="16249" y="13653"/>
                </a:lnTo>
                <a:lnTo>
                  <a:pt x="16198" y="13765"/>
                </a:lnTo>
                <a:lnTo>
                  <a:pt x="16144" y="13874"/>
                </a:lnTo>
                <a:lnTo>
                  <a:pt x="16088" y="13984"/>
                </a:lnTo>
                <a:lnTo>
                  <a:pt x="16028" y="14091"/>
                </a:lnTo>
                <a:lnTo>
                  <a:pt x="15967" y="14197"/>
                </a:lnTo>
                <a:lnTo>
                  <a:pt x="15901" y="14302"/>
                </a:lnTo>
                <a:lnTo>
                  <a:pt x="15835" y="14405"/>
                </a:lnTo>
                <a:lnTo>
                  <a:pt x="15764" y="14507"/>
                </a:lnTo>
                <a:lnTo>
                  <a:pt x="15692" y="14607"/>
                </a:lnTo>
                <a:lnTo>
                  <a:pt x="15616" y="14706"/>
                </a:lnTo>
                <a:lnTo>
                  <a:pt x="15538" y="14803"/>
                </a:lnTo>
                <a:lnTo>
                  <a:pt x="15457" y="14899"/>
                </a:lnTo>
                <a:lnTo>
                  <a:pt x="15374" y="14993"/>
                </a:lnTo>
                <a:lnTo>
                  <a:pt x="15288" y="15085"/>
                </a:lnTo>
                <a:lnTo>
                  <a:pt x="15201" y="15176"/>
                </a:lnTo>
                <a:lnTo>
                  <a:pt x="15110" y="15265"/>
                </a:lnTo>
                <a:lnTo>
                  <a:pt x="15018" y="15350"/>
                </a:lnTo>
                <a:lnTo>
                  <a:pt x="14924" y="15432"/>
                </a:lnTo>
                <a:lnTo>
                  <a:pt x="14829" y="15514"/>
                </a:lnTo>
                <a:lnTo>
                  <a:pt x="14732" y="15591"/>
                </a:lnTo>
                <a:lnTo>
                  <a:pt x="14633" y="15667"/>
                </a:lnTo>
                <a:lnTo>
                  <a:pt x="14532" y="15740"/>
                </a:lnTo>
                <a:lnTo>
                  <a:pt x="14430" y="15810"/>
                </a:lnTo>
                <a:lnTo>
                  <a:pt x="14327" y="15878"/>
                </a:lnTo>
                <a:lnTo>
                  <a:pt x="14222" y="15943"/>
                </a:lnTo>
                <a:lnTo>
                  <a:pt x="14116" y="16004"/>
                </a:lnTo>
                <a:lnTo>
                  <a:pt x="14008" y="16064"/>
                </a:lnTo>
                <a:lnTo>
                  <a:pt x="13900" y="16120"/>
                </a:lnTo>
                <a:lnTo>
                  <a:pt x="13789" y="16174"/>
                </a:lnTo>
                <a:lnTo>
                  <a:pt x="13679" y="16225"/>
                </a:lnTo>
                <a:lnTo>
                  <a:pt x="13566" y="16274"/>
                </a:lnTo>
                <a:lnTo>
                  <a:pt x="13452" y="16319"/>
                </a:lnTo>
                <a:lnTo>
                  <a:pt x="13338" y="16362"/>
                </a:lnTo>
                <a:lnTo>
                  <a:pt x="13221" y="16403"/>
                </a:lnTo>
                <a:lnTo>
                  <a:pt x="13104" y="16439"/>
                </a:lnTo>
                <a:lnTo>
                  <a:pt x="12986" y="16473"/>
                </a:lnTo>
                <a:lnTo>
                  <a:pt x="12869" y="16505"/>
                </a:lnTo>
                <a:lnTo>
                  <a:pt x="12749" y="16534"/>
                </a:lnTo>
                <a:lnTo>
                  <a:pt x="12628" y="16559"/>
                </a:lnTo>
                <a:lnTo>
                  <a:pt x="12507" y="16582"/>
                </a:lnTo>
                <a:lnTo>
                  <a:pt x="12385" y="16601"/>
                </a:lnTo>
                <a:lnTo>
                  <a:pt x="12262" y="16617"/>
                </a:lnTo>
                <a:lnTo>
                  <a:pt x="12139" y="16632"/>
                </a:lnTo>
                <a:lnTo>
                  <a:pt x="12015" y="16642"/>
                </a:lnTo>
                <a:lnTo>
                  <a:pt x="11890" y="16650"/>
                </a:lnTo>
                <a:lnTo>
                  <a:pt x="11765" y="16655"/>
                </a:lnTo>
                <a:lnTo>
                  <a:pt x="11640" y="16656"/>
                </a:lnTo>
                <a:lnTo>
                  <a:pt x="0" y="1665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ru-RU"/>
          </a:p>
        </p:txBody>
      </p:sp>
      <p:sp>
        <p:nvSpPr>
          <p:cNvPr id="6" name="Полилиния 5"/>
          <p:cNvSpPr/>
          <p:nvPr userDrawn="1"/>
        </p:nvSpPr>
        <p:spPr>
          <a:xfrm>
            <a:off x="718040" y="0"/>
            <a:ext cx="3035812" cy="6858000"/>
          </a:xfrm>
          <a:custGeom>
            <a:avLst/>
            <a:gdLst>
              <a:gd name="connsiteX0" fmla="*/ 0 w 5075225"/>
              <a:gd name="connsiteY0" fmla="*/ 0 h 6858000"/>
              <a:gd name="connsiteX1" fmla="*/ 2039413 w 5075225"/>
              <a:gd name="connsiteY1" fmla="*/ 0 h 6858000"/>
              <a:gd name="connsiteX2" fmla="*/ 2222859 w 5075225"/>
              <a:gd name="connsiteY2" fmla="*/ 93955 h 6858000"/>
              <a:gd name="connsiteX3" fmla="*/ 5075225 w 5075225"/>
              <a:gd name="connsiteY3" fmla="*/ 4886438 h 6858000"/>
              <a:gd name="connsiteX4" fmla="*/ 5057702 w 5075225"/>
              <a:gd name="connsiteY4" fmla="*/ 6858000 h 6858000"/>
              <a:gd name="connsiteX5" fmla="*/ 4561887 w 5075225"/>
              <a:gd name="connsiteY5" fmla="*/ 6858000 h 6858000"/>
              <a:gd name="connsiteX6" fmla="*/ 0 w 5075225"/>
              <a:gd name="connsiteY6" fmla="*/ 0 h 6858000"/>
              <a:gd name="connsiteX0" fmla="*/ 0 w 5075225"/>
              <a:gd name="connsiteY0" fmla="*/ 0 h 6858000"/>
              <a:gd name="connsiteX1" fmla="*/ 2039413 w 5075225"/>
              <a:gd name="connsiteY1" fmla="*/ 0 h 6858000"/>
              <a:gd name="connsiteX2" fmla="*/ 2222859 w 5075225"/>
              <a:gd name="connsiteY2" fmla="*/ 93955 h 6858000"/>
              <a:gd name="connsiteX3" fmla="*/ 5075225 w 5075225"/>
              <a:gd name="connsiteY3" fmla="*/ 4886438 h 6858000"/>
              <a:gd name="connsiteX4" fmla="*/ 5057702 w 5075225"/>
              <a:gd name="connsiteY4" fmla="*/ 6858000 h 6858000"/>
              <a:gd name="connsiteX5" fmla="*/ 4561887 w 5075225"/>
              <a:gd name="connsiteY5" fmla="*/ 6858000 h 6858000"/>
              <a:gd name="connsiteX6" fmla="*/ 91440 w 5075225"/>
              <a:gd name="connsiteY6" fmla="*/ 91440 h 6858000"/>
              <a:gd name="connsiteX0" fmla="*/ 0 w 5075225"/>
              <a:gd name="connsiteY0" fmla="*/ 0 h 6858000"/>
              <a:gd name="connsiteX1" fmla="*/ 2039413 w 5075225"/>
              <a:gd name="connsiteY1" fmla="*/ 0 h 6858000"/>
              <a:gd name="connsiteX2" fmla="*/ 2222859 w 5075225"/>
              <a:gd name="connsiteY2" fmla="*/ 93955 h 6858000"/>
              <a:gd name="connsiteX3" fmla="*/ 5075225 w 5075225"/>
              <a:gd name="connsiteY3" fmla="*/ 4886438 h 6858000"/>
              <a:gd name="connsiteX4" fmla="*/ 5057702 w 5075225"/>
              <a:gd name="connsiteY4" fmla="*/ 6858000 h 6858000"/>
              <a:gd name="connsiteX5" fmla="*/ 4561887 w 5075225"/>
              <a:gd name="connsiteY5" fmla="*/ 6858000 h 6858000"/>
              <a:gd name="connsiteX0" fmla="*/ 0 w 3035812"/>
              <a:gd name="connsiteY0" fmla="*/ 0 h 6858000"/>
              <a:gd name="connsiteX1" fmla="*/ 183446 w 3035812"/>
              <a:gd name="connsiteY1" fmla="*/ 93955 h 6858000"/>
              <a:gd name="connsiteX2" fmla="*/ 3035812 w 3035812"/>
              <a:gd name="connsiteY2" fmla="*/ 4886438 h 6858000"/>
              <a:gd name="connsiteX3" fmla="*/ 3018289 w 3035812"/>
              <a:gd name="connsiteY3" fmla="*/ 6858000 h 6858000"/>
              <a:gd name="connsiteX4" fmla="*/ 2522474 w 3035812"/>
              <a:gd name="connsiteY4" fmla="*/ 6858000 h 6858000"/>
              <a:gd name="connsiteX0" fmla="*/ 0 w 3035812"/>
              <a:gd name="connsiteY0" fmla="*/ 0 h 6858000"/>
              <a:gd name="connsiteX1" fmla="*/ 183446 w 3035812"/>
              <a:gd name="connsiteY1" fmla="*/ 93955 h 6858000"/>
              <a:gd name="connsiteX2" fmla="*/ 3035812 w 3035812"/>
              <a:gd name="connsiteY2" fmla="*/ 4886438 h 6858000"/>
              <a:gd name="connsiteX3" fmla="*/ 3018289 w 303581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035812" h="6858000">
                <a:moveTo>
                  <a:pt x="0" y="0"/>
                </a:moveTo>
                <a:lnTo>
                  <a:pt x="183446" y="93955"/>
                </a:lnTo>
                <a:cubicBezTo>
                  <a:pt x="1882443" y="1016906"/>
                  <a:pt x="3035812" y="2816981"/>
                  <a:pt x="3035812" y="4886438"/>
                </a:cubicBezTo>
                <a:lnTo>
                  <a:pt x="3018289" y="6858000"/>
                </a:lnTo>
              </a:path>
            </a:pathLst>
          </a:custGeom>
          <a:noFill/>
          <a:ln>
            <a:solidFill>
              <a:srgbClr val="E3E3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Заголовок 2"/>
          <p:cNvSpPr>
            <a:spLocks noGrp="1"/>
          </p:cNvSpPr>
          <p:nvPr>
            <p:ph type="title" hasCustomPrompt="1"/>
          </p:nvPr>
        </p:nvSpPr>
        <p:spPr>
          <a:xfrm>
            <a:off x="601580" y="2660478"/>
            <a:ext cx="10786116" cy="752224"/>
          </a:xfrm>
          <a:prstGeom prst="rect">
            <a:avLst/>
          </a:prstGeom>
          <a:solidFill>
            <a:srgbClr val="E22A36"/>
          </a:solidFill>
        </p:spPr>
        <p:txBody>
          <a:bodyPr lIns="72000" rIns="72000"/>
          <a:lstStyle>
            <a:lvl1pPr>
              <a:defRPr sz="4000">
                <a:solidFill>
                  <a:schemeClr val="bg1"/>
                </a:solidFill>
              </a:defRPr>
            </a:lvl1pPr>
          </a:lstStyle>
          <a:p>
            <a:r>
              <a:rPr lang="ru-RU"/>
              <a:t>Название раздела</a:t>
            </a:r>
            <a:r>
              <a:rPr lang="en-US"/>
              <a:t> (Arial 40 </a:t>
            </a:r>
            <a:r>
              <a:rPr lang="ru-RU"/>
              <a:t>Обычный)</a:t>
            </a:r>
          </a:p>
        </p:txBody>
      </p:sp>
      <p:sp>
        <p:nvSpPr>
          <p:cNvPr id="9" name="Подзаголовок 2"/>
          <p:cNvSpPr>
            <a:spLocks noGrp="1"/>
          </p:cNvSpPr>
          <p:nvPr>
            <p:ph type="subTitle" idx="1" hasCustomPrompt="1"/>
          </p:nvPr>
        </p:nvSpPr>
        <p:spPr>
          <a:xfrm>
            <a:off x="601580" y="3429000"/>
            <a:ext cx="10786115" cy="660246"/>
          </a:xfrm>
          <a:prstGeom prst="rect">
            <a:avLst/>
          </a:prstGeom>
          <a:solidFill>
            <a:srgbClr val="E22A36"/>
          </a:solidFill>
        </p:spPr>
        <p:txBody>
          <a:bodyPr lIns="72000" tIns="180000" rIns="72000" bIns="180000" anchor="ct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Подзаголовок </a:t>
            </a:r>
            <a:r>
              <a:rPr lang="en-US"/>
              <a:t>(Arial 2</a:t>
            </a:r>
            <a:r>
              <a:rPr lang="ru-RU"/>
              <a:t>4 Обычный)</a:t>
            </a:r>
          </a:p>
        </p:txBody>
      </p:sp>
      <p:sp>
        <p:nvSpPr>
          <p:cNvPr id="10" name="Прямоугольник с двумя скругленными противолежащими углами 9"/>
          <p:cNvSpPr/>
          <p:nvPr userDrawn="1"/>
        </p:nvSpPr>
        <p:spPr>
          <a:xfrm>
            <a:off x="4017649" y="4481656"/>
            <a:ext cx="947488" cy="2157897"/>
          </a:xfrm>
          <a:prstGeom prst="round2DiagRect">
            <a:avLst>
              <a:gd name="adj1" fmla="val 50000"/>
              <a:gd name="adj2" fmla="val 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4101193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DF0275F-82EB-4AF8-93F2-E32D2E3F4A0A}"/>
              </a:ext>
            </a:extLst>
          </p:cNvPr>
          <p:cNvGraphicFramePr>
            <a:graphicFrameLocks noChangeAspect="1"/>
          </p:cNvGraphicFramePr>
          <p:nvPr userDrawn="1">
            <p:custDataLst>
              <p:tags r:id="rId2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Слайд think-cell" r:id="rId27" imgW="425" imgH="426" progId="TCLayout.ActiveDocument.1">
                  <p:embed/>
                </p:oleObj>
              </mc:Choice>
              <mc:Fallback>
                <p:oleObj name="Слайд think-cell" r:id="rId27" imgW="425" imgH="426" progId="TCLayout.ActiveDocument.1">
                  <p:embed/>
                  <p:pic>
                    <p:nvPicPr>
                      <p:cNvPr id="2" name="think-cell data - do not delete" hidden="1">
                        <a:extLst>
                          <a:ext uri="{FF2B5EF4-FFF2-40B4-BE49-F238E27FC236}">
                            <a16:creationId xmlns:a16="http://schemas.microsoft.com/office/drawing/2014/main" id="{2DF0275F-82EB-4AF8-93F2-E32D2E3F4A0A}"/>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10" name="Номер слайда 5">
            <a:extLst>
              <a:ext uri="{FF2B5EF4-FFF2-40B4-BE49-F238E27FC236}">
                <a16:creationId xmlns:a16="http://schemas.microsoft.com/office/drawing/2014/main" id="{EC4ABD1C-F459-2C26-F2B9-9BA713F071A6}"/>
              </a:ext>
            </a:extLst>
          </p:cNvPr>
          <p:cNvSpPr>
            <a:spLocks noGrp="1"/>
          </p:cNvSpPr>
          <p:nvPr>
            <p:ph type="sldNum" sz="quarter" idx="4"/>
          </p:nvPr>
        </p:nvSpPr>
        <p:spPr>
          <a:xfrm>
            <a:off x="11155362" y="6362700"/>
            <a:ext cx="485775" cy="266700"/>
          </a:xfrm>
          <a:prstGeom prst="rect">
            <a:avLst/>
          </a:prstGeom>
        </p:spPr>
        <p:txBody>
          <a:bodyPr lIns="0" tIns="0" rIns="0" bIns="0" anchor="b" anchorCtr="0"/>
          <a:lstStyle>
            <a:lvl1pPr algn="r">
              <a:defRPr sz="900">
                <a:solidFill>
                  <a:schemeClr val="tx1"/>
                </a:solidFill>
                <a:latin typeface="Arial" panose="020B0604020202020204" pitchFamily="34" charset="0"/>
                <a:cs typeface="Arial" panose="020B0604020202020204" pitchFamily="34" charset="0"/>
              </a:defRPr>
            </a:lvl1pPr>
          </a:lstStyle>
          <a:p>
            <a:fld id="{527D41D6-7756-D84E-A787-9DAD2BF0F149}" type="slidenum">
              <a:rPr lang="ru-RU" smtClean="0"/>
              <a:pPr/>
              <a:t>‹#›</a:t>
            </a:fld>
            <a:endParaRPr lang="ru-RU"/>
          </a:p>
        </p:txBody>
      </p:sp>
      <p:pic>
        <p:nvPicPr>
          <p:cNvPr id="5" name="Рисунок 4">
            <a:extLst>
              <a:ext uri="{FF2B5EF4-FFF2-40B4-BE49-F238E27FC236}">
                <a16:creationId xmlns:a16="http://schemas.microsoft.com/office/drawing/2014/main" id="{E1C2BBA4-A98A-7E39-4BDE-05CCE102983D}"/>
              </a:ext>
            </a:extLst>
          </p:cNvPr>
          <p:cNvPicPr>
            <a:picLocks noChangeAspect="1"/>
          </p:cNvPicPr>
          <p:nvPr userDrawn="1"/>
        </p:nvPicPr>
        <p:blipFill>
          <a:blip r:embed="rId29"/>
          <a:stretch>
            <a:fillRect/>
          </a:stretch>
        </p:blipFill>
        <p:spPr>
          <a:xfrm>
            <a:off x="364175" y="6321790"/>
            <a:ext cx="1179870" cy="368569"/>
          </a:xfrm>
          <a:prstGeom prst="rect">
            <a:avLst/>
          </a:prstGeom>
        </p:spPr>
      </p:pic>
    </p:spTree>
    <p:extLst>
      <p:ext uri="{BB962C8B-B14F-4D97-AF65-F5344CB8AC3E}">
        <p14:creationId xmlns:p14="http://schemas.microsoft.com/office/powerpoint/2010/main" val="34117413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p:txStyles>
    <p:titleStyle>
      <a:lvl1pPr algn="l" defTabSz="914354"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0" indent="0" algn="l" defTabSz="914354" rtl="0" eaLnBrk="1" latinLnBrk="0" hangingPunct="1">
        <a:lnSpc>
          <a:spcPct val="90000"/>
        </a:lnSpc>
        <a:spcBef>
          <a:spcPts val="1000"/>
        </a:spcBef>
        <a:buFontTx/>
        <a:buNone/>
        <a:defRPr sz="2000" kern="1200">
          <a:solidFill>
            <a:schemeClr val="accent3"/>
          </a:solidFill>
          <a:latin typeface="+mn-lt"/>
          <a:ea typeface="+mn-ea"/>
          <a:cs typeface="+mn-cs"/>
        </a:defRPr>
      </a:lvl1pPr>
      <a:lvl2pPr marL="457178" indent="0" algn="l" defTabSz="914354" rtl="0" eaLnBrk="1" latinLnBrk="0" hangingPunct="1">
        <a:lnSpc>
          <a:spcPct val="90000"/>
        </a:lnSpc>
        <a:spcBef>
          <a:spcPts val="500"/>
        </a:spcBef>
        <a:buFontTx/>
        <a:buNone/>
        <a:defRPr sz="1800" kern="1200">
          <a:solidFill>
            <a:schemeClr val="tx1"/>
          </a:solidFill>
          <a:latin typeface="+mn-lt"/>
          <a:ea typeface="+mn-ea"/>
          <a:cs typeface="+mn-cs"/>
        </a:defRPr>
      </a:lvl2pPr>
      <a:lvl3pPr marL="914354" indent="0" algn="l" defTabSz="914354" rtl="0" eaLnBrk="1" latinLnBrk="0" hangingPunct="1">
        <a:lnSpc>
          <a:spcPct val="90000"/>
        </a:lnSpc>
        <a:spcBef>
          <a:spcPts val="500"/>
        </a:spcBef>
        <a:buFontTx/>
        <a:buNone/>
        <a:defRPr sz="1600" kern="1200">
          <a:solidFill>
            <a:schemeClr val="tx1"/>
          </a:solidFill>
          <a:latin typeface="+mn-lt"/>
          <a:ea typeface="+mn-ea"/>
          <a:cs typeface="+mn-cs"/>
        </a:defRPr>
      </a:lvl3pPr>
      <a:lvl4pPr marL="1371532" indent="0" algn="l" defTabSz="914354" rtl="0" eaLnBrk="1" latinLnBrk="0" hangingPunct="1">
        <a:lnSpc>
          <a:spcPct val="90000"/>
        </a:lnSpc>
        <a:spcBef>
          <a:spcPts val="500"/>
        </a:spcBef>
        <a:buFontTx/>
        <a:buNone/>
        <a:defRPr sz="1400" kern="1200">
          <a:solidFill>
            <a:schemeClr val="tx1"/>
          </a:solidFill>
          <a:latin typeface="+mn-lt"/>
          <a:ea typeface="+mn-ea"/>
          <a:cs typeface="+mn-cs"/>
        </a:defRPr>
      </a:lvl4pPr>
      <a:lvl5pPr marL="1828709" indent="0" algn="l" defTabSz="914354" rtl="0" eaLnBrk="1" latinLnBrk="0" hangingPunct="1">
        <a:lnSpc>
          <a:spcPct val="90000"/>
        </a:lnSpc>
        <a:spcBef>
          <a:spcPts val="500"/>
        </a:spcBef>
        <a:buFontTx/>
        <a:buNone/>
        <a:defRPr sz="12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7">
          <p15:clr>
            <a:srgbClr val="F26B43"/>
          </p15:clr>
        </p15:guide>
        <p15:guide id="4" orient="horz" pos="4156">
          <p15:clr>
            <a:srgbClr val="F26B43"/>
          </p15:clr>
        </p15:guide>
        <p15:guide id="5" orient="horz" pos="323">
          <p15:clr>
            <a:srgbClr val="F26B43"/>
          </p15:clr>
        </p15:guide>
        <p15:guide id="7" pos="1148">
          <p15:clr>
            <a:srgbClr val="F26B43"/>
          </p15:clr>
        </p15:guide>
        <p15:guide id="8" pos="1236">
          <p15:clr>
            <a:srgbClr val="F26B43"/>
          </p15:clr>
        </p15:guide>
        <p15:guide id="10" pos="2032">
          <p15:clr>
            <a:srgbClr val="F26B43"/>
          </p15:clr>
        </p15:guide>
        <p15:guide id="11" pos="2120">
          <p15:clr>
            <a:srgbClr val="F26B43"/>
          </p15:clr>
        </p15:guide>
        <p15:guide id="13" pos="2916">
          <p15:clr>
            <a:srgbClr val="F26B43"/>
          </p15:clr>
        </p15:guide>
        <p15:guide id="14" pos="3004">
          <p15:clr>
            <a:srgbClr val="F26B43"/>
          </p15:clr>
        </p15:guide>
        <p15:guide id="16" pos="3802">
          <p15:clr>
            <a:srgbClr val="F26B43"/>
          </p15:clr>
        </p15:guide>
        <p15:guide id="17" pos="7338">
          <p15:clr>
            <a:srgbClr val="F26B43"/>
          </p15:clr>
        </p15:guide>
        <p15:guide id="19" pos="6538">
          <p15:clr>
            <a:srgbClr val="F26B43"/>
          </p15:clr>
        </p15:guide>
        <p15:guide id="20" pos="6452">
          <p15:clr>
            <a:srgbClr val="F26B43"/>
          </p15:clr>
        </p15:guide>
        <p15:guide id="22" pos="5656">
          <p15:clr>
            <a:srgbClr val="F26B43"/>
          </p15:clr>
        </p15:guide>
        <p15:guide id="23" pos="5568">
          <p15:clr>
            <a:srgbClr val="F26B43"/>
          </p15:clr>
        </p15:guide>
        <p15:guide id="25" pos="4770">
          <p15:clr>
            <a:srgbClr val="F26B43"/>
          </p15:clr>
        </p15:guide>
        <p15:guide id="26" pos="4684">
          <p15:clr>
            <a:srgbClr val="F26B43"/>
          </p15:clr>
        </p15:guide>
        <p15:guide id="28" pos="3888">
          <p15:clr>
            <a:srgbClr val="F26B43"/>
          </p15:clr>
        </p15:guide>
        <p15:guide id="39" orient="horz" pos="39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sz="quarter" idx="17"/>
          </p:nvPr>
        </p:nvSpPr>
        <p:spPr>
          <a:xfrm>
            <a:off x="1619251" y="6317712"/>
            <a:ext cx="9277350" cy="433083"/>
          </a:xfrm>
        </p:spPr>
        <p:txBody>
          <a:bodyPr/>
          <a:lstStyle/>
          <a:p>
            <a:r>
              <a:rPr lang="ru-RU"/>
              <a:t>** - </a:t>
            </a:r>
            <a:r>
              <a:rPr lang="en-US"/>
              <a:t>Incremental</a:t>
            </a:r>
            <a:r>
              <a:rPr lang="ru-RU"/>
              <a:t> </a:t>
            </a:r>
            <a:r>
              <a:rPr lang="en-US"/>
              <a:t>Revenue</a:t>
            </a:r>
            <a:r>
              <a:rPr lang="ru-RU"/>
              <a:t> — прирост выручки 2027 к прогнозу 2026 (вид для консолидации)</a:t>
            </a:r>
          </a:p>
        </p:txBody>
      </p:sp>
      <p:sp>
        <p:nvSpPr>
          <p:cNvPr id="4" name="Номер слайда 3"/>
          <p:cNvSpPr>
            <a:spLocks noGrp="1"/>
          </p:cNvSpPr>
          <p:nvPr>
            <p:ph type="sldNum" sz="quarter" idx="4"/>
          </p:nvPr>
        </p:nvSpPr>
        <p:spPr/>
        <p:txBody>
          <a:bodyPr/>
          <a:lstStyle/>
          <a:p>
            <a:fld id="{527D41D6-7756-D84E-A787-9DAD2BF0F149}" type="slidenum">
              <a:rPr lang="ru-RU" smtClean="0"/>
              <a:pPr/>
              <a:t>1</a:t>
            </a:fld>
            <a:endParaRPr lang="ru-RU"/>
          </a:p>
        </p:txBody>
      </p:sp>
      <p:sp>
        <p:nvSpPr>
          <p:cNvPr id="5" name="Текст 4"/>
          <p:cNvSpPr>
            <a:spLocks noGrp="1"/>
          </p:cNvSpPr>
          <p:nvPr>
            <p:ph type="body" sz="quarter" idx="10"/>
          </p:nvPr>
        </p:nvSpPr>
        <p:spPr>
          <a:xfrm>
            <a:off x="364175" y="225093"/>
            <a:ext cx="11463650" cy="343867"/>
          </a:xfrm>
        </p:spPr>
        <p:txBody>
          <a:bodyPr/>
          <a:lstStyle/>
          <a:p>
            <a:r>
              <a:rPr lang="en-US">
                <a:solidFill>
                  <a:srgbClr val="FF0000"/>
                </a:solidFill>
              </a:rPr>
              <a:t>OMNI KPI Summary. AdTech: </a:t>
            </a:r>
            <a:r>
              <a:rPr lang="ru-RU"/>
              <a:t>Бюджет 2027</a:t>
            </a:r>
          </a:p>
        </p:txBody>
      </p:sp>
      <p:graphicFrame>
        <p:nvGraphicFramePr>
          <p:cNvPr id="8" name="Таблица 7"/>
          <p:cNvGraphicFramePr>
            <a:graphicFrameLocks noGrp="1"/>
          </p:cNvGraphicFramePr>
          <p:nvPr>
            <p:extLst>
              <p:ext uri="{D42A27DB-BD31-4B8C-83A1-F6EECF244321}">
                <p14:modId xmlns:p14="http://schemas.microsoft.com/office/powerpoint/2010/main" val="2928772006"/>
              </p:ext>
            </p:extLst>
          </p:nvPr>
        </p:nvGraphicFramePr>
        <p:xfrm>
          <a:off x="364175" y="829165"/>
          <a:ext cx="11348280" cy="5096400"/>
        </p:xfrm>
        <a:graphic>
          <a:graphicData uri="http://schemas.openxmlformats.org/drawingml/2006/table">
            <a:tbl>
              <a:tblPr firstRow="1"/>
              <a:tblGrid>
                <a:gridCol w="2000000"/>
                <a:gridCol w="700000"/>
                <a:gridCol w="700000"/>
                <a:gridCol w="580000"/>
                <a:gridCol w="700000"/>
                <a:gridCol w="740000"/>
                <a:gridCol w="800000"/>
                <a:gridCol w="760000"/>
                <a:gridCol w="1860000"/>
                <a:gridCol w="208280"/>
                <a:gridCol w="575000"/>
                <a:gridCol w="575000"/>
                <a:gridCol w="575000"/>
                <a:gridCol w="575000"/>
              </a:tblGrid>
              <a:tr h="480000">
                <a:tc>
                  <a:txBody>
                    <a:bodyPr/>
                    <a:lstStyle/>
                    <a:p>
                      <a:pPr algn="ctr"/>
                      <a:r>
                        <a:rPr lang="ru-RU" sz="1000" b="1" i="0">
                          <a:solidFill>
                            <a:srgbClr val="FFFFFF"/>
                          </a:solidFill>
                          <a:latin typeface="Arial"/>
                        </a:rPr>
                        <a:t>КПЭ, млн руб.</a:t>
                      </a:r>
                    </a:p>
                  </a:txBody>
                  <a:tcPr marL="36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2027</a:t>
                      </a:r>
                    </a:p>
                    <a:p>
                      <a:pPr algn="ctr"/>
                      <a:r>
                        <a:rPr lang="ru-RU" sz="1000" b="1" i="0">
                          <a:solidFill>
                            <a:srgbClr val="FFFFFF"/>
                          </a:solidFill>
                          <a:latin typeface="Arial"/>
                        </a:rPr>
                        <a:t>Бюджет</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2026</a:t>
                      </a:r>
                    </a:p>
                    <a:p>
                      <a:pPr algn="ctr"/>
                      <a:r>
                        <a:rPr lang="ru-RU" sz="1000" b="1" i="0">
                          <a:solidFill>
                            <a:srgbClr val="FFFFFF"/>
                          </a:solidFill>
                          <a:latin typeface="Arial"/>
                        </a:rPr>
                        <a:t>Прогноз</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Δ к</a:t>
                      </a:r>
                    </a:p>
                    <a:p>
                      <a:pPr algn="ctr"/>
                      <a:r>
                        <a:rPr lang="ru-RU" sz="1000" b="1" i="0">
                          <a:solidFill>
                            <a:srgbClr val="FFFFFF"/>
                          </a:solidFill>
                          <a:latin typeface="Arial"/>
                        </a:rPr>
                        <a:t>2026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en-US" sz="1000" b="1" i="0">
                          <a:solidFill>
                            <a:srgbClr val="FFFFFF"/>
                          </a:solidFill>
                          <a:latin typeface="Arial"/>
                        </a:rPr>
                        <a:t>YoY</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2027</a:t>
                      </a:r>
                    </a:p>
                    <a:p>
                      <a:pPr algn="ctr"/>
                      <a:r>
                        <a:rPr lang="ru-RU" sz="1000" b="1" i="0">
                          <a:solidFill>
                            <a:srgbClr val="FFFFFF"/>
                          </a:solidFill>
                          <a:latin typeface="Arial"/>
                        </a:rPr>
                        <a:t>Стратегия</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Δ к</a:t>
                      </a:r>
                    </a:p>
                    <a:p>
                      <a:pPr algn="ctr"/>
                      <a:r>
                        <a:rPr lang="ru-RU" sz="1000" b="1" i="0">
                          <a:solidFill>
                            <a:srgbClr val="FFFFFF"/>
                          </a:solidFill>
                          <a:latin typeface="Arial"/>
                        </a:rPr>
                        <a:t>Стратегии</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к</a:t>
                      </a:r>
                    </a:p>
                    <a:p>
                      <a:pPr algn="ctr"/>
                      <a:r>
                        <a:rPr lang="ru-RU" sz="1000" b="1" i="0">
                          <a:solidFill>
                            <a:srgbClr val="FFFFFF"/>
                          </a:solidFill>
                          <a:latin typeface="Arial"/>
                        </a:rPr>
                        <a:t>Стратегии</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Комментарий</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en-US" sz="1000" b="1" i="0">
                          <a:solidFill>
                            <a:srgbClr val="FFFFFF"/>
                          </a:solidFill>
                          <a:latin typeface="Arial"/>
                        </a:rPr>
                        <a:t>Q1</a:t>
                      </a:r>
                    </a:p>
                    <a:p>
                      <a:pPr algn="ctr"/>
                      <a:r>
                        <a:rPr lang="ru-RU" sz="1000" b="1" i="0">
                          <a:solidFill>
                            <a:srgbClr val="FFFFFF"/>
                          </a:solidFill>
                          <a:latin typeface="Arial"/>
                        </a:rPr>
                        <a:t>2027</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en-US" sz="1000" b="1" i="0">
                          <a:solidFill>
                            <a:srgbClr val="FFFFFF"/>
                          </a:solidFill>
                          <a:latin typeface="Arial"/>
                        </a:rPr>
                        <a:t>Q2</a:t>
                      </a:r>
                    </a:p>
                    <a:p>
                      <a:pPr algn="ctr"/>
                      <a:r>
                        <a:rPr lang="ru-RU" sz="1000" b="1" i="0">
                          <a:solidFill>
                            <a:srgbClr val="FFFFFF"/>
                          </a:solidFill>
                          <a:latin typeface="Arial"/>
                        </a:rPr>
                        <a:t>2027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en-US" sz="1000" b="1" i="0">
                          <a:solidFill>
                            <a:srgbClr val="FFFFFF"/>
                          </a:solidFill>
                          <a:latin typeface="Arial"/>
                        </a:rPr>
                        <a:t>Q3</a:t>
                      </a:r>
                    </a:p>
                    <a:p>
                      <a:pPr algn="ctr"/>
                      <a:r>
                        <a:rPr lang="ru-RU" sz="1000" b="1" i="0">
                          <a:solidFill>
                            <a:srgbClr val="FFFFFF"/>
                          </a:solidFill>
                          <a:latin typeface="Arial"/>
                        </a:rPr>
                        <a:t>2027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en-US" sz="1000" b="1" i="0">
                          <a:solidFill>
                            <a:srgbClr val="FFFFFF"/>
                          </a:solidFill>
                          <a:latin typeface="Arial"/>
                        </a:rPr>
                        <a:t>Q4</a:t>
                      </a:r>
                    </a:p>
                    <a:p>
                      <a:pPr algn="ctr"/>
                      <a:r>
                        <a:rPr lang="ru-RU" sz="1000" b="1" i="0">
                          <a:solidFill>
                            <a:srgbClr val="FFFFFF"/>
                          </a:solidFill>
                          <a:latin typeface="Arial"/>
                        </a:rPr>
                        <a:t>2027</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000000"/>
                    </a:solidFill>
                  </a:tcPr>
                </a:tc>
                <a:extLst>
                  <a:ext uri="{0D108BD9-81ED-4DB2-BD59-A6C34878D82A}">
                    <a16:rowId xmlns:a16="http://schemas.microsoft.com/office/drawing/2014/main" val="10000"/>
                  </a:ext>
                </a:extLst>
              </a:tr>
              <a:tr h="315000">
                <a:tc>
                  <a:txBody>
                    <a:bodyPr/>
                    <a:lstStyle/>
                    <a:p>
                      <a:pPr algn="l"/>
                      <a:r>
                        <a:rPr lang="en-US" sz="1000" b="1" i="0">
                          <a:solidFill>
                            <a:schemeClr val="tx1"/>
                          </a:solidFill>
                          <a:latin typeface="Arial"/>
                        </a:rPr>
                        <a:t>APP</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7 696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6 195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+1 501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7 251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+445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Прайс ~60% прироста, аудитория ~40%</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1 077</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1 616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1 770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3 232</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1"/>
                  </a:ext>
                </a:extLst>
              </a:tr>
              <a:tr h="315000">
                <a:tc>
                  <a:txBody>
                    <a:bodyPr/>
                    <a:lstStyle/>
                    <a:p>
                      <a:pPr algn="l"/>
                      <a:r>
                        <a:rPr lang="en-US" sz="1000" b="1" i="0">
                          <a:solidFill>
                            <a:schemeClr val="tx1"/>
                          </a:solidFill>
                          <a:latin typeface="Arial"/>
                        </a:rPr>
                        <a:t>Online DMP</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1 600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987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+62,1%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1 063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+537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+50,5%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2/3 прироста — новые площадки</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224</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336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368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672</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2"/>
                  </a:ext>
                </a:extLst>
              </a:tr>
              <a:tr h="315000">
                <a:tc>
                  <a:txBody>
                    <a:bodyPr/>
                    <a:lstStyle/>
                    <a:p>
                      <a:pPr algn="l"/>
                      <a:r>
                        <a:rPr lang="en-US" sz="1000" b="1" i="0">
                          <a:solidFill>
                            <a:schemeClr val="tx1"/>
                          </a:solidFill>
                          <a:latin typeface="Arial"/>
                        </a:rPr>
                        <a:t>DMP</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187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102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+85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+82,6%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125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+50,0%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DMP 54, ad hoc аналитика 133</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26</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79</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3"/>
                  </a:ext>
                </a:extLst>
              </a:tr>
              <a:tr h="315000">
                <a:tc>
                  <a:txBody>
                    <a:bodyPr/>
                    <a:lstStyle/>
                    <a:p>
                      <a:pPr algn="l"/>
                      <a:r>
                        <a:rPr lang="en-US" sz="1000" b="1" i="0">
                          <a:solidFill>
                            <a:schemeClr val="tx1"/>
                          </a:solidFill>
                          <a:latin typeface="Arial"/>
                        </a:rPr>
                        <a:t>Instore digital</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4 019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2 446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+1 573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4 509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-490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-10,9%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Полный год парка, введённого в 2026 г.</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563</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844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924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1 688</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4"/>
                  </a:ext>
                </a:extLst>
              </a:tr>
              <a:tr h="315000">
                <a:tc>
                  <a:txBody>
                    <a:bodyPr/>
                    <a:lstStyle/>
                    <a:p>
                      <a:pPr algn="l"/>
                      <a:r>
                        <a:rPr lang="ru-RU" sz="1000" b="1" i="0">
                          <a:solidFill>
                            <a:schemeClr val="tx1"/>
                          </a:solidFill>
                          <a:latin typeface="Arial"/>
                        </a:rPr>
                        <a:t>Content factory отдельное ЮЛ</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213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6 ячеек × 25 креаторов</a:t>
                      </a:r>
                      <a:endParaRPr lang="ru-RU" sz="1000" b="1" i="0">
                        <a:solidFill>
                          <a:schemeClr val="tx1"/>
                        </a:solidFill>
                        <a:latin typeface="Arial"/>
                      </a:endParaRP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30</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90</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6"/>
                  </a:ext>
                </a:extLst>
              </a:tr>
              <a:tr h="315000">
                <a:tc>
                  <a:txBody>
                    <a:bodyPr/>
                    <a:lstStyle/>
                    <a:p>
                      <a:pPr algn="l"/>
                      <a:r>
                        <a:rPr lang="ru-RU" sz="1000" b="1" i="0">
                          <a:solidFill>
                            <a:schemeClr val="tx1"/>
                          </a:solidFill>
                          <a:latin typeface="Arial"/>
                        </a:rPr>
                        <a:t>RMN (Brand budgets call) отдельное ЮЛ</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850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593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+258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+43,5%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Бренд-бюджеты поставщиков</a:t>
                      </a:r>
                      <a:endParaRPr lang="ru-RU" sz="1000" b="1" i="0">
                        <a:solidFill>
                          <a:schemeClr val="tx1"/>
                        </a:solidFill>
                        <a:latin typeface="Arial"/>
                      </a:endParaRP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119</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179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196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357</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7"/>
                  </a:ext>
                </a:extLst>
              </a:tr>
              <a:tr h="315000">
                <a:tc>
                  <a:txBody>
                    <a:bodyPr/>
                    <a:lstStyle/>
                    <a:p>
                      <a:pPr algn="l"/>
                      <a:r>
                        <a:rPr lang="en-US" sz="1000" b="1" i="0">
                          <a:solidFill>
                            <a:schemeClr val="tx1"/>
                          </a:solidFill>
                          <a:latin typeface="Arial"/>
                        </a:rPr>
                        <a:t>Gross Revenue</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14 566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10 323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+4 243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+41,1%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12 948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+1 618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+12,5%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42% выручки — в Q4</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2 039</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3 059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3 350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6 118</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08"/>
                  </a:ext>
                </a:extLst>
              </a:tr>
              <a:tr h="315000">
                <a:tc>
                  <a:txBody>
                    <a:bodyPr/>
                    <a:lstStyle/>
                    <a:p>
                      <a:pPr algn="l"/>
                      <a:r>
                        <a:rPr lang="en-US" sz="1000" b="1" i="0">
                          <a:solidFill>
                            <a:schemeClr val="tx1"/>
                          </a:solidFill>
                          <a:latin typeface="Arial"/>
                        </a:rPr>
                        <a:t>Incremental Revenue*</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4 243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3 479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+763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endParaRPr lang="ru-RU" sz="1000" b="1" i="0">
                        <a:solidFill>
                          <a:schemeClr val="tx1"/>
                        </a:solidFill>
                        <a:latin typeface="Arial"/>
                      </a:endParaRP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9"/>
                  </a:ext>
                </a:extLst>
              </a:tr>
              <a:tr h="315000">
                <a:tc>
                  <a:txBody>
                    <a:bodyPr/>
                    <a:lstStyle/>
                    <a:p>
                      <a:pPr algn="l"/>
                      <a:r>
                        <a:rPr lang="ru-RU" sz="1000" b="1" i="0">
                          <a:solidFill>
                            <a:schemeClr val="tx1"/>
                          </a:solidFill>
                          <a:latin typeface="Arial"/>
                        </a:rPr>
                        <a:t>PEX (вкл. Other 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-1 477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-1 153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-324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-28,1%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-1 505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Полный год штата 2026 г., +42 FTE</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-355</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-373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-355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-394</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0"/>
                  </a:ext>
                </a:extLst>
              </a:tr>
              <a:tr h="315000">
                <a:tc>
                  <a:txBody>
                    <a:bodyPr/>
                    <a:lstStyle/>
                    <a:p>
                      <a:pPr algn="l"/>
                      <a:r>
                        <a:rPr lang="en-US" sz="1000" b="1" i="0">
                          <a:solidFill>
                            <a:schemeClr val="tx1"/>
                          </a:solidFill>
                          <a:latin typeface="Arial"/>
                        </a:rPr>
                        <a:t>Marketing</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-2 072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-936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-1 136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-121,4%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-1 330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-742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-55,8%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Трафик −1 000, агентства −795, креаторы −176</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-390</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-482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-508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-691</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1"/>
                  </a:ext>
                </a:extLst>
              </a:tr>
              <a:tr h="315000">
                <a:tc>
                  <a:txBody>
                    <a:bodyPr/>
                    <a:lstStyle/>
                    <a:p>
                      <a:pPr algn="l"/>
                      <a:r>
                        <a:rPr lang="en-US" sz="1000" b="1" i="0">
                          <a:solidFill>
                            <a:schemeClr val="tx1"/>
                          </a:solidFill>
                          <a:latin typeface="Arial"/>
                        </a:rPr>
                        <a:t>OPEX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-3 743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-2 239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-1 504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-67,2%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-2 995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-748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-25,0%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l"/>
                      <a:r>
                        <a:rPr lang="ru-RU" sz="1000" b="1" i="0">
                          <a:solidFill>
                            <a:schemeClr val="tx1"/>
                          </a:solidFill>
                          <a:latin typeface="Arial"/>
                        </a:rPr>
                        <a:t>73% прироста — переменные расходы</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-779</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-898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-910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-1 155</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12"/>
                  </a:ext>
                </a:extLst>
              </a:tr>
              <a:tr h="315000">
                <a:tc>
                  <a:txBody>
                    <a:bodyPr/>
                    <a:lstStyle/>
                    <a:p>
                      <a:pPr algn="l"/>
                      <a:r>
                        <a:rPr lang="en-US" sz="1000" b="1" i="0">
                          <a:solidFill>
                            <a:schemeClr val="tx1"/>
                          </a:solidFill>
                          <a:latin typeface="Arial"/>
                        </a:rPr>
                        <a:t>EBITDA</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10 823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8 085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+2 739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+33,9%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9 953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+870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+8,7%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65% прироста выручки — в EBITDA</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1 260</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2 161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2 440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4 962</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13"/>
                  </a:ext>
                </a:extLst>
              </a:tr>
              <a:tr h="315000">
                <a:tc>
                  <a:txBody>
                    <a:bodyPr/>
                    <a:lstStyle/>
                    <a:p>
                      <a:pPr algn="l"/>
                      <a:r>
                        <a:rPr lang="en-US" sz="1000" b="1" i="0">
                          <a:solidFill>
                            <a:schemeClr val="tx1"/>
                          </a:solidFill>
                          <a:latin typeface="Arial"/>
                        </a:rPr>
                        <a:t>CAPEX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-1 151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-1 180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-1 242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+92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+7,4%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Платформа −541, оснащение ТТ −610</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-130</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-398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-409</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4"/>
                  </a:ext>
                </a:extLst>
              </a:tr>
              <a:tr h="315000">
                <a:tc>
                  <a:txBody>
                    <a:bodyPr/>
                    <a:lstStyle/>
                    <a:p>
                      <a:pPr algn="l"/>
                      <a:r>
                        <a:rPr lang="en-US" sz="1000" b="1" i="0">
                          <a:solidFill>
                            <a:schemeClr val="tx1"/>
                          </a:solidFill>
                          <a:latin typeface="Arial"/>
                        </a:rPr>
                        <a:t>FCF</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9 673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6 905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+2 768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+40,1%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8 711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+962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+11,0%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endParaRPr lang="ru-RU" sz="1000"/>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1 130</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1 947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2 043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4 554</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1116321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sz="quarter" idx="17"/>
          </p:nvPr>
        </p:nvSpPr>
        <p:spPr>
          <a:xfrm>
            <a:off x="1619251" y="6317712"/>
            <a:ext cx="9277350" cy="433083"/>
          </a:xfrm>
        </p:spPr>
        <p:txBody>
          <a:bodyPr/>
          <a:lstStyle/>
          <a:p>
            <a:r>
              <a:rPr lang="ru-RU"/>
              <a:t>* - </a:t>
            </a:r>
            <a:r>
              <a:rPr lang="en-US"/>
              <a:t>Incremental</a:t>
            </a:r>
            <a:r>
              <a:rPr lang="ru-RU"/>
              <a:t> </a:t>
            </a:r>
            <a:r>
              <a:rPr lang="en-US"/>
              <a:t>Revenue</a:t>
            </a:r>
            <a:r>
              <a:rPr lang="ru-RU"/>
              <a:t> — прирост к прогнозу 2026 (вид для консолидации); стратегия по форматам не задана (кроме </a:t>
            </a:r>
            <a:r>
              <a:rPr lang="en-US"/>
              <a:t>E-commerce</a:t>
            </a:r>
            <a:r>
              <a:rPr lang="ru-RU"/>
              <a:t> = APP); «+» — улучшение</a:t>
            </a:r>
          </a:p>
        </p:txBody>
      </p:sp>
      <p:sp>
        <p:nvSpPr>
          <p:cNvPr id="4" name="Номер слайда 3"/>
          <p:cNvSpPr>
            <a:spLocks noGrp="1"/>
          </p:cNvSpPr>
          <p:nvPr>
            <p:ph type="sldNum" sz="quarter" idx="4"/>
          </p:nvPr>
        </p:nvSpPr>
        <p:spPr/>
        <p:txBody>
          <a:bodyPr/>
          <a:lstStyle/>
          <a:p>
            <a:fld id="{527D41D6-7756-D84E-A787-9DAD2BF0F149}" type="slidenum">
              <a:rPr lang="ru-RU" smtClean="0"/>
              <a:pPr/>
              <a:t>2</a:t>
            </a:fld>
            <a:endParaRPr lang="ru-RU"/>
          </a:p>
        </p:txBody>
      </p:sp>
      <p:sp>
        <p:nvSpPr>
          <p:cNvPr id="5" name="Текст 4"/>
          <p:cNvSpPr>
            <a:spLocks noGrp="1"/>
          </p:cNvSpPr>
          <p:nvPr>
            <p:ph type="body" sz="quarter" idx="10"/>
          </p:nvPr>
        </p:nvSpPr>
        <p:spPr>
          <a:xfrm>
            <a:off x="364175" y="225093"/>
            <a:ext cx="11463650" cy="343867"/>
          </a:xfrm>
        </p:spPr>
        <p:txBody>
          <a:bodyPr/>
          <a:lstStyle/>
          <a:p>
            <a:r>
              <a:rPr lang="en-US">
                <a:solidFill>
                  <a:srgbClr val="FF0000"/>
                </a:solidFill>
              </a:rPr>
              <a:t>OMNI KPI Summary. AdTech: </a:t>
            </a:r>
            <a:r>
              <a:rPr lang="ru-RU"/>
              <a:t>Бюджет 2027 — выручка по форматам</a:t>
            </a:r>
          </a:p>
        </p:txBody>
      </p:sp>
      <p:graphicFrame>
        <p:nvGraphicFramePr>
          <p:cNvPr id="8" name="Таблица 7"/>
          <p:cNvGraphicFramePr>
            <a:graphicFrameLocks noGrp="1"/>
          </p:cNvGraphicFramePr>
          <p:nvPr>
            <p:extLst>
              <p:ext uri="{D42A27DB-BD31-4B8C-83A1-F6EECF244321}">
                <p14:modId xmlns:p14="http://schemas.microsoft.com/office/powerpoint/2010/main" val="1474053818"/>
              </p:ext>
            </p:extLst>
          </p:nvPr>
        </p:nvGraphicFramePr>
        <p:xfrm>
          <a:off x="364175" y="829165"/>
          <a:ext cx="11348280" cy="5411400"/>
        </p:xfrm>
        <a:graphic>
          <a:graphicData uri="http://schemas.openxmlformats.org/drawingml/2006/table">
            <a:tbl>
              <a:tblPr firstRow="1"/>
              <a:tblGrid>
                <a:gridCol w="2000000"/>
                <a:gridCol w="700000"/>
                <a:gridCol w="700000"/>
                <a:gridCol w="580000"/>
                <a:gridCol w="700000"/>
                <a:gridCol w="740000"/>
                <a:gridCol w="800000"/>
                <a:gridCol w="760000"/>
                <a:gridCol w="1860000"/>
                <a:gridCol w="208280"/>
                <a:gridCol w="575000"/>
                <a:gridCol w="575000"/>
                <a:gridCol w="575000"/>
                <a:gridCol w="575000"/>
              </a:tblGrid>
              <a:tr h="480000">
                <a:tc>
                  <a:txBody>
                    <a:bodyPr/>
                    <a:lstStyle/>
                    <a:p>
                      <a:pPr algn="ctr"/>
                      <a:r>
                        <a:rPr lang="ru-RU" sz="1000" b="1" i="0">
                          <a:solidFill>
                            <a:srgbClr val="FFFFFF"/>
                          </a:solidFill>
                          <a:latin typeface="Arial"/>
                        </a:rPr>
                        <a:t>КПЭ (выручка по форматам), млн руб.</a:t>
                      </a:r>
                    </a:p>
                  </a:txBody>
                  <a:tcPr marL="36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2027</a:t>
                      </a:r>
                    </a:p>
                    <a:p>
                      <a:pPr algn="ctr"/>
                      <a:r>
                        <a:rPr lang="ru-RU" sz="1000" b="1" i="0">
                          <a:solidFill>
                            <a:srgbClr val="FFFFFF"/>
                          </a:solidFill>
                          <a:latin typeface="Arial"/>
                        </a:rPr>
                        <a:t>Бюджет</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2026</a:t>
                      </a:r>
                    </a:p>
                    <a:p>
                      <a:pPr algn="ctr"/>
                      <a:r>
                        <a:rPr lang="ru-RU" sz="1000" b="1" i="0">
                          <a:solidFill>
                            <a:srgbClr val="FFFFFF"/>
                          </a:solidFill>
                          <a:latin typeface="Arial"/>
                        </a:rPr>
                        <a:t>Прогноз</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Δ к</a:t>
                      </a:r>
                    </a:p>
                    <a:p>
                      <a:pPr algn="ctr"/>
                      <a:r>
                        <a:rPr lang="ru-RU" sz="1000" b="1" i="0">
                          <a:solidFill>
                            <a:srgbClr val="FFFFFF"/>
                          </a:solidFill>
                          <a:latin typeface="Arial"/>
                        </a:rPr>
                        <a:t>2026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en-US" sz="1000" b="1" i="0">
                          <a:solidFill>
                            <a:srgbClr val="FFFFFF"/>
                          </a:solidFill>
                          <a:latin typeface="Arial"/>
                        </a:rPr>
                        <a:t>YoY</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2027</a:t>
                      </a:r>
                    </a:p>
                    <a:p>
                      <a:pPr algn="ctr"/>
                      <a:r>
                        <a:rPr lang="ru-RU" sz="1000" b="1" i="0">
                          <a:solidFill>
                            <a:srgbClr val="FFFFFF"/>
                          </a:solidFill>
                          <a:latin typeface="Arial"/>
                        </a:rPr>
                        <a:t>Стратегия</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Δ к</a:t>
                      </a:r>
                    </a:p>
                    <a:p>
                      <a:pPr algn="ctr"/>
                      <a:r>
                        <a:rPr lang="ru-RU" sz="1000" b="1" i="0">
                          <a:solidFill>
                            <a:srgbClr val="FFFFFF"/>
                          </a:solidFill>
                          <a:latin typeface="Arial"/>
                        </a:rPr>
                        <a:t>Стратегии</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к</a:t>
                      </a:r>
                    </a:p>
                    <a:p>
                      <a:pPr algn="ctr"/>
                      <a:r>
                        <a:rPr lang="ru-RU" sz="1000" b="1" i="0">
                          <a:solidFill>
                            <a:srgbClr val="FFFFFF"/>
                          </a:solidFill>
                          <a:latin typeface="Arial"/>
                        </a:rPr>
                        <a:t>Стратегии</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Комментарий</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en-US" sz="1000" b="1" i="0">
                          <a:solidFill>
                            <a:srgbClr val="FFFFFF"/>
                          </a:solidFill>
                          <a:latin typeface="Arial"/>
                        </a:rPr>
                        <a:t>Q1</a:t>
                      </a:r>
                    </a:p>
                    <a:p>
                      <a:pPr algn="ctr"/>
                      <a:r>
                        <a:rPr lang="ru-RU" sz="1000" b="1" i="0">
                          <a:solidFill>
                            <a:srgbClr val="FFFFFF"/>
                          </a:solidFill>
                          <a:latin typeface="Arial"/>
                        </a:rPr>
                        <a:t>2027</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en-US" sz="1000" b="1" i="0">
                          <a:solidFill>
                            <a:srgbClr val="FFFFFF"/>
                          </a:solidFill>
                          <a:latin typeface="Arial"/>
                        </a:rPr>
                        <a:t>Q2</a:t>
                      </a:r>
                    </a:p>
                    <a:p>
                      <a:pPr algn="ctr"/>
                      <a:r>
                        <a:rPr lang="ru-RU" sz="1000" b="1" i="0">
                          <a:solidFill>
                            <a:srgbClr val="FFFFFF"/>
                          </a:solidFill>
                          <a:latin typeface="Arial"/>
                        </a:rPr>
                        <a:t>2027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en-US" sz="1000" b="1" i="0">
                          <a:solidFill>
                            <a:srgbClr val="FFFFFF"/>
                          </a:solidFill>
                          <a:latin typeface="Arial"/>
                        </a:rPr>
                        <a:t>Q3</a:t>
                      </a:r>
                    </a:p>
                    <a:p>
                      <a:pPr algn="ctr"/>
                      <a:r>
                        <a:rPr lang="ru-RU" sz="1000" b="1" i="0">
                          <a:solidFill>
                            <a:srgbClr val="FFFFFF"/>
                          </a:solidFill>
                          <a:latin typeface="Arial"/>
                        </a:rPr>
                        <a:t>2027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en-US" sz="1000" b="1" i="0">
                          <a:solidFill>
                            <a:srgbClr val="FFFFFF"/>
                          </a:solidFill>
                          <a:latin typeface="Arial"/>
                        </a:rPr>
                        <a:t>Q4</a:t>
                      </a:r>
                    </a:p>
                    <a:p>
                      <a:pPr algn="ctr"/>
                      <a:r>
                        <a:rPr lang="ru-RU" sz="1000" b="1" i="0">
                          <a:solidFill>
                            <a:srgbClr val="FFFFFF"/>
                          </a:solidFill>
                          <a:latin typeface="Arial"/>
                        </a:rPr>
                        <a:t>2027</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000000"/>
                    </a:solidFill>
                  </a:tcPr>
                </a:tc>
                <a:extLst>
                  <a:ext uri="{0D108BD9-81ED-4DB2-BD59-A6C34878D82A}">
                    <a16:rowId xmlns:a16="http://schemas.microsoft.com/office/drawing/2014/main" val="10000"/>
                  </a:ext>
                </a:extLst>
              </a:tr>
              <a:tr h="315000">
                <a:tc>
                  <a:txBody>
                    <a:bodyPr/>
                    <a:lstStyle/>
                    <a:p>
                      <a:pPr algn="l"/>
                      <a:r>
                        <a:rPr lang="en-US" sz="1000" b="1" i="0">
                          <a:solidFill>
                            <a:schemeClr val="tx1"/>
                          </a:solidFill>
                          <a:latin typeface="Arial"/>
                        </a:rPr>
                        <a:t>E-commerce</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7 696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6 195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+1 501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7 251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+445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en-US" sz="1000" b="1" i="0">
                          <a:solidFill>
                            <a:schemeClr val="tx1"/>
                          </a:solidFill>
                          <a:latin typeface="Arial"/>
                        </a:rPr>
                        <a:t>= APP</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1 077</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1 616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1 770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3 232</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1"/>
                  </a:ext>
                </a:extLst>
              </a:tr>
              <a:tr h="315000">
                <a:tc>
                  <a:txBody>
                    <a:bodyPr/>
                    <a:lstStyle/>
                    <a:p>
                      <a:pPr algn="l"/>
                      <a:r>
                        <a:rPr lang="ru-RU" sz="1000" b="1" i="0">
                          <a:solidFill>
                            <a:schemeClr val="tx1"/>
                          </a:solidFill>
                          <a:latin typeface="Arial"/>
                        </a:rPr>
                        <a:t>ММ</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3 056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1 862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+1 194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+64,1%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en-US" sz="1000" b="1" i="0">
                          <a:solidFill>
                            <a:schemeClr val="tx1"/>
                          </a:solidFill>
                          <a:latin typeface="Arial"/>
                        </a:rPr>
                        <a:t>Instore 2 743 + Online DMP 313</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428</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703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1 284</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2"/>
                  </a:ext>
                </a:extLst>
              </a:tr>
              <a:tr h="315000">
                <a:tc>
                  <a:txBody>
                    <a:bodyPr/>
                    <a:lstStyle/>
                    <a:p>
                      <a:pPr algn="l"/>
                      <a:r>
                        <a:rPr lang="ru-RU" sz="1000" b="1" i="0">
                          <a:solidFill>
                            <a:schemeClr val="tx1"/>
                          </a:solidFill>
                          <a:latin typeface="Arial"/>
                        </a:rPr>
                        <a:t>МК</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1 640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1 008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+632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+62,6%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en-US" sz="1000" b="1" i="0">
                          <a:solidFill>
                            <a:schemeClr val="tx1"/>
                          </a:solidFill>
                          <a:latin typeface="Arial"/>
                        </a:rPr>
                        <a:t>Online DMP 1 246 + </a:t>
                      </a:r>
                      <a:r>
                        <a:rPr lang="en-US" sz="1000" b="1" i="0">
                          <a:solidFill>
                            <a:schemeClr val="tx1"/>
                          </a:solidFill>
                          <a:latin typeface="Arial"/>
                        </a:rPr>
                        <a:t>Instore</a:t>
                      </a:r>
                      <a:r>
                        <a:rPr lang="en-US" sz="1000" b="1" i="0">
                          <a:solidFill>
                            <a:schemeClr val="tx1"/>
                          </a:solidFill>
                          <a:latin typeface="Arial"/>
                        </a:rPr>
                        <a:t> 393</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230</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344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377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689</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3"/>
                  </a:ext>
                </a:extLst>
              </a:tr>
              <a:tr h="315000">
                <a:tc>
                  <a:txBody>
                    <a:bodyPr/>
                    <a:lstStyle/>
                    <a:p>
                      <a:pPr algn="l"/>
                      <a:r>
                        <a:rPr lang="ru-RU" sz="1000" b="1" i="0">
                          <a:solidFill>
                            <a:schemeClr val="tx1"/>
                          </a:solidFill>
                          <a:latin typeface="Arial"/>
                        </a:rPr>
                        <a:t>МЭ</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558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340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+218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en-US" sz="1000" b="1" i="0">
                          <a:solidFill>
                            <a:schemeClr val="tx1"/>
                          </a:solidFill>
                          <a:latin typeface="Arial"/>
                        </a:rPr>
                        <a:t>Instore 527 + Online DMP 31</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78</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117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128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234</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4"/>
                  </a:ext>
                </a:extLst>
              </a:tr>
              <a:tr h="315000">
                <a:tc>
                  <a:txBody>
                    <a:bodyPr/>
                    <a:lstStyle/>
                    <a:p>
                      <a:pPr algn="l"/>
                      <a:r>
                        <a:rPr lang="ru-RU" sz="1000" b="1" i="0">
                          <a:solidFill>
                            <a:schemeClr val="tx1"/>
                          </a:solidFill>
                          <a:latin typeface="Arial"/>
                        </a:rPr>
                        <a:t>МС</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249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+97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en-US" sz="1000" b="1" i="0">
                          <a:solidFill>
                            <a:schemeClr val="tx1"/>
                          </a:solidFill>
                          <a:latin typeface="Arial"/>
                        </a:rPr>
                        <a:t>Instore 239 + Online DMP 10</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35</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105</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5"/>
                  </a:ext>
                </a:extLst>
              </a:tr>
              <a:tr h="315000">
                <a:tc>
                  <a:txBody>
                    <a:bodyPr/>
                    <a:lstStyle/>
                    <a:p>
                      <a:pPr algn="l"/>
                      <a:r>
                        <a:rPr lang="ru-RU" sz="1000" b="1" i="0">
                          <a:solidFill>
                            <a:schemeClr val="tx1"/>
                          </a:solidFill>
                          <a:latin typeface="Arial"/>
                        </a:rPr>
                        <a:t>МС Лайт</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117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71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en-US" sz="1000" b="1" i="0">
                          <a:solidFill>
                            <a:schemeClr val="tx1"/>
                          </a:solidFill>
                          <a:latin typeface="Arial"/>
                        </a:rPr>
                        <a:t>Instore</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16</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49</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6"/>
                  </a:ext>
                </a:extLst>
              </a:tr>
              <a:tr h="315000">
                <a:tc>
                  <a:txBody>
                    <a:bodyPr/>
                    <a:lstStyle/>
                    <a:p>
                      <a:pPr algn="l"/>
                      <a:r>
                        <a:rPr lang="ru-RU" sz="1000" b="1" i="0">
                          <a:solidFill>
                            <a:schemeClr val="tx1"/>
                          </a:solidFill>
                          <a:latin typeface="Arial"/>
                        </a:rPr>
                        <a:t>Без формата</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1 251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695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+556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+79,9%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en-US" sz="1000" b="1" i="0">
                          <a:solidFill>
                            <a:schemeClr val="tx1"/>
                          </a:solidFill>
                          <a:latin typeface="Arial"/>
                        </a:rPr>
                        <a:t>RMN 850, Content factory 213, DMP 187</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175</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263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288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525</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7"/>
                  </a:ext>
                </a:extLst>
              </a:tr>
              <a:tr h="315000">
                <a:tc>
                  <a:txBody>
                    <a:bodyPr/>
                    <a:lstStyle/>
                    <a:p>
                      <a:pPr algn="l"/>
                      <a:r>
                        <a:rPr lang="en-US" sz="1000" b="1" i="0">
                          <a:solidFill>
                            <a:schemeClr val="tx1"/>
                          </a:solidFill>
                          <a:latin typeface="Arial"/>
                        </a:rPr>
                        <a:t>Gross Revenue</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14 566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10 323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+4 243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+41,1%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12 948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+1 618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+12,5%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42% выручки — в Q4</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2 039</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3 059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3 350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6 118</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08"/>
                  </a:ext>
                </a:extLst>
              </a:tr>
              <a:tr h="315000">
                <a:tc>
                  <a:txBody>
                    <a:bodyPr/>
                    <a:lstStyle/>
                    <a:p>
                      <a:pPr algn="l"/>
                      <a:r>
                        <a:rPr lang="en-US" sz="1000" b="1" i="0">
                          <a:solidFill>
                            <a:schemeClr val="tx1"/>
                          </a:solidFill>
                          <a:latin typeface="Arial"/>
                        </a:rPr>
                        <a:t>Incremental Revenue*</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4 243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3 479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+763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endParaRPr lang="ru-RU" sz="1000" b="1" i="0">
                        <a:solidFill>
                          <a:schemeClr val="tx1"/>
                        </a:solidFill>
                        <a:latin typeface="Arial"/>
                      </a:endParaRP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9"/>
                  </a:ext>
                </a:extLst>
              </a:tr>
              <a:tr h="315000">
                <a:tc>
                  <a:txBody>
                    <a:bodyPr/>
                    <a:lstStyle/>
                    <a:p>
                      <a:pPr algn="l"/>
                      <a:r>
                        <a:rPr lang="ru-RU" sz="1000" b="1" i="0">
                          <a:solidFill>
                            <a:schemeClr val="tx1"/>
                          </a:solidFill>
                          <a:latin typeface="Arial"/>
                        </a:rPr>
                        <a:t>PEX (вкл. Other 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-1 477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-1 153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-324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-28,1%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-1 505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Полный год штата 2026 г., +42 FTE</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-355</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-373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-355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-394</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0"/>
                  </a:ext>
                </a:extLst>
              </a:tr>
              <a:tr h="315000">
                <a:tc>
                  <a:txBody>
                    <a:bodyPr/>
                    <a:lstStyle/>
                    <a:p>
                      <a:pPr algn="l"/>
                      <a:r>
                        <a:rPr lang="en-US" sz="1000" b="1" i="0">
                          <a:solidFill>
                            <a:schemeClr val="tx1"/>
                          </a:solidFill>
                          <a:latin typeface="Arial"/>
                        </a:rPr>
                        <a:t>Marketing</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-2 072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-936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-1 136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-121,4%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-1 330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-742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-55,8%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Трафик −1 000, агентства −795, креаторы −176</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-390</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-482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-508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-691</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1"/>
                  </a:ext>
                </a:extLst>
              </a:tr>
              <a:tr h="315000">
                <a:tc>
                  <a:txBody>
                    <a:bodyPr/>
                    <a:lstStyle/>
                    <a:p>
                      <a:pPr algn="l"/>
                      <a:r>
                        <a:rPr lang="en-US" sz="1000" b="1" i="0">
                          <a:solidFill>
                            <a:schemeClr val="tx1"/>
                          </a:solidFill>
                          <a:latin typeface="Arial"/>
                        </a:rPr>
                        <a:t>OPEX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-3 743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-2 239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-1 504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-67,2%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-2 995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-748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-25,0%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l"/>
                      <a:r>
                        <a:rPr lang="ru-RU" sz="1000" b="1" i="0">
                          <a:solidFill>
                            <a:schemeClr val="tx1"/>
                          </a:solidFill>
                          <a:latin typeface="Arial"/>
                        </a:rPr>
                        <a:t>73% прироста — переменные расходы</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-779</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-898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-910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-1 155</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12"/>
                  </a:ext>
                </a:extLst>
              </a:tr>
              <a:tr h="315000">
                <a:tc>
                  <a:txBody>
                    <a:bodyPr/>
                    <a:lstStyle/>
                    <a:p>
                      <a:pPr algn="l"/>
                      <a:r>
                        <a:rPr lang="en-US" sz="1000" b="1" i="0">
                          <a:solidFill>
                            <a:schemeClr val="tx1"/>
                          </a:solidFill>
                          <a:latin typeface="Arial"/>
                        </a:rPr>
                        <a:t>EBITDA</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10 823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8 085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+2 739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+33,9%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9 953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+870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+8,7%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65% прироста выручки — в EBITDA</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1 260</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2 161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2 440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4 962</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13"/>
                  </a:ext>
                </a:extLst>
              </a:tr>
              <a:tr h="315000">
                <a:tc>
                  <a:txBody>
                    <a:bodyPr/>
                    <a:lstStyle/>
                    <a:p>
                      <a:pPr algn="l"/>
                      <a:r>
                        <a:rPr lang="en-US" sz="1000" b="1" i="0">
                          <a:solidFill>
                            <a:schemeClr val="tx1"/>
                          </a:solidFill>
                          <a:latin typeface="Arial"/>
                        </a:rPr>
                        <a:t>CAPEX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-1 151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-1 180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-1 242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+92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+7,4%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Платформа −541, оснащение ТТ −610</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-130</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-398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-409</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4"/>
                  </a:ext>
                </a:extLst>
              </a:tr>
              <a:tr h="315000">
                <a:tc>
                  <a:txBody>
                    <a:bodyPr/>
                    <a:lstStyle/>
                    <a:p>
                      <a:pPr algn="l"/>
                      <a:r>
                        <a:rPr lang="en-US" sz="1000" b="1" i="0">
                          <a:solidFill>
                            <a:schemeClr val="tx1"/>
                          </a:solidFill>
                          <a:latin typeface="Arial"/>
                        </a:rPr>
                        <a:t>FCF</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9 673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6 905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+2 768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+40,1%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8 711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+962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+11,0%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endParaRPr lang="ru-RU" sz="1000"/>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tc>
                  <a:txBody>
                    <a:bodyPr/>
                    <a:lstStyle/>
                    <a:p>
                      <a:endParaRPr lang="ru-RU" sz="1000"/>
                    </a:p>
                  </a:txBody>
                  <a:tcPr>
                    <a:lnL w="12700">
                      <a:solidFill>
                        <a:schemeClr val="bg1">
                          <a:lumMod val="50000"/>
                        </a:schemeClr>
                      </a:solidFill>
                      <a:prstDash val="solid"/>
                    </a:lnL>
                    <a:lnR w="6350" cap="flat" cmpd="sng" algn="ctr">
                      <a:solidFill>
                        <a:schemeClr val="tx1"/>
                      </a:solidFill>
                      <a:prstDash val="solid"/>
                      <a:round/>
                      <a:headEnd type="none" w="med" len="med"/>
                      <a:tailEnd type="none" w="med" len="med"/>
                    </a:lnR>
                    <a:lnT>
                      <a:noFill/>
                    </a:lnT>
                    <a:lnB>
                      <a:noFill/>
                    </a:lnB>
                    <a:noFill/>
                  </a:tcPr>
                </a:tc>
                <a:tc>
                  <a:txBody>
                    <a:bodyPr/>
                    <a:lstStyle/>
                    <a:p>
                      <a:pPr algn="ctr"/>
                      <a:r>
                        <a:rPr lang="ru-RU" sz="1000" b="0" i="0">
                          <a:solidFill>
                            <a:schemeClr val="tx1"/>
                          </a:solidFill>
                          <a:latin typeface="Arial"/>
                        </a:rPr>
                        <a:t>1 130</a:t>
                      </a:r>
                    </a:p>
                  </a:txBody>
                  <a:tcPr marL="36000" marR="36000" marT="18000" marB="18000" anchor="ctr">
                    <a:lnL w="6350" cap="flat" cmpd="sng" algn="ctr">
                      <a:solidFill>
                        <a:schemeClr val="tx1"/>
                      </a:solidFill>
                      <a:prstDash val="solid"/>
                      <a:round/>
                      <a:headEnd type="none" w="med" len="med"/>
                      <a:tailEnd type="none" w="med" len="me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1 947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2 043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4 554</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1995405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sz="quarter" idx="17"/>
          </p:nvPr>
        </p:nvSpPr>
        <p:spPr>
          <a:xfrm>
            <a:off x="1619251" y="6317712"/>
            <a:ext cx="9277350" cy="433083"/>
          </a:xfrm>
        </p:spPr>
        <p:txBody>
          <a:bodyPr/>
          <a:lstStyle/>
          <a:p>
            <a:endParaRPr lang="ru-RU"/>
          </a:p>
        </p:txBody>
      </p:sp>
      <p:sp>
        <p:nvSpPr>
          <p:cNvPr id="4" name="Номер слайда 3"/>
          <p:cNvSpPr>
            <a:spLocks noGrp="1"/>
          </p:cNvSpPr>
          <p:nvPr>
            <p:ph type="sldNum" sz="quarter" idx="4"/>
          </p:nvPr>
        </p:nvSpPr>
        <p:spPr/>
        <p:txBody>
          <a:bodyPr/>
          <a:lstStyle/>
          <a:p>
            <a:fld id="{527D41D6-7756-D84E-A787-9DAD2BF0F149}" type="slidenum">
              <a:rPr lang="ru-RU" smtClean="0"/>
              <a:pPr/>
              <a:t>3</a:t>
            </a:fld>
            <a:endParaRPr lang="ru-RU"/>
          </a:p>
        </p:txBody>
      </p:sp>
      <p:sp>
        <p:nvSpPr>
          <p:cNvPr id="5" name="Текст 4"/>
          <p:cNvSpPr>
            <a:spLocks noGrp="1"/>
          </p:cNvSpPr>
          <p:nvPr>
            <p:ph type="body" sz="quarter" idx="10"/>
          </p:nvPr>
        </p:nvSpPr>
        <p:spPr>
          <a:xfrm>
            <a:off x="364175" y="225093"/>
            <a:ext cx="11463650" cy="343867"/>
          </a:xfrm>
        </p:spPr>
        <p:txBody>
          <a:bodyPr/>
          <a:lstStyle/>
          <a:p>
            <a:r>
              <a:rPr lang="en-US">
                <a:solidFill>
                  <a:srgbClr val="FF0000"/>
                </a:solidFill>
              </a:rPr>
              <a:t>OMNI KPI Summary. AdTech: </a:t>
            </a:r>
            <a:r>
              <a:rPr lang="ru-RU"/>
              <a:t>Бюджет 2027 — выручка по направлениям</a:t>
            </a:r>
          </a:p>
        </p:txBody>
      </p:sp>
      <p:graphicFrame>
        <p:nvGraphicFramePr>
          <p:cNvPr id="8" name="Таблица 7"/>
          <p:cNvGraphicFramePr>
            <a:graphicFrameLocks noGrp="1"/>
          </p:cNvGraphicFramePr>
          <p:nvPr>
            <p:extLst>
              <p:ext uri="{D42A27DB-BD31-4B8C-83A1-F6EECF244321}">
                <p14:modId xmlns:p14="http://schemas.microsoft.com/office/powerpoint/2010/main" val="3014089742"/>
              </p:ext>
            </p:extLst>
          </p:nvPr>
        </p:nvGraphicFramePr>
        <p:xfrm>
          <a:off x="364175" y="829165"/>
          <a:ext cx="11280000" cy="3720000"/>
        </p:xfrm>
        <a:graphic>
          <a:graphicData uri="http://schemas.openxmlformats.org/drawingml/2006/table">
            <a:tbl>
              <a:tblPr firstRow="1"/>
              <a:tblGrid>
                <a:gridCol w="2500000"/>
                <a:gridCol w="740000"/>
                <a:gridCol w="740000"/>
                <a:gridCol w="740000"/>
                <a:gridCol w="740000"/>
                <a:gridCol w="740000"/>
                <a:gridCol w="740000"/>
                <a:gridCol w="740000"/>
                <a:gridCol w="740000"/>
                <a:gridCol w="2860000"/>
              </a:tblGrid>
              <a:tr h="520000">
                <a:tc>
                  <a:txBody>
                    <a:bodyPr/>
                    <a:lstStyle/>
                    <a:p>
                      <a:pPr algn="ctr"/>
                      <a:r>
                        <a:rPr lang="ru-RU" sz="1000" b="1" i="0">
                          <a:solidFill>
                            <a:srgbClr val="FFFFFF"/>
                          </a:solidFill>
                          <a:latin typeface="Arial"/>
                        </a:rPr>
                        <a:t>Направление, млн руб.</a:t>
                      </a:r>
                    </a:p>
                  </a:txBody>
                  <a:tcPr marL="36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2027</a:t>
                      </a:r>
                    </a:p>
                    <a:p>
                      <a:pPr algn="ctr"/>
                      <a:r>
                        <a:rPr lang="ru-RU" sz="1000" b="1" i="0">
                          <a:solidFill>
                            <a:srgbClr val="FFFFFF"/>
                          </a:solidFill>
                          <a:latin typeface="Arial"/>
                        </a:rPr>
                        <a:t>Бюджет</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2026</a:t>
                      </a:r>
                    </a:p>
                    <a:p>
                      <a:pPr algn="ctr"/>
                      <a:r>
                        <a:rPr lang="ru-RU" sz="1000" b="1" i="0">
                          <a:solidFill>
                            <a:srgbClr val="FFFFFF"/>
                          </a:solidFill>
                          <a:latin typeface="Arial"/>
                        </a:rPr>
                        <a:t>Прогноз*</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Δ к</a:t>
                      </a:r>
                    </a:p>
                    <a:p>
                      <a:pPr algn="ctr"/>
                      <a:r>
                        <a:rPr lang="ru-RU" sz="1000" b="1" i="0">
                          <a:solidFill>
                            <a:srgbClr val="FFFFFF"/>
                          </a:solidFill>
                          <a:latin typeface="Arial"/>
                        </a:rPr>
                        <a:t>2026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en-US" sz="1000" b="1" i="0">
                          <a:solidFill>
                            <a:srgbClr val="FFFFFF"/>
                          </a:solidFill>
                          <a:latin typeface="Arial"/>
                        </a:rPr>
                        <a:t>YoY</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2027</a:t>
                      </a:r>
                    </a:p>
                    <a:p>
                      <a:pPr algn="ctr"/>
                      <a:r>
                        <a:rPr lang="ru-RU" sz="1000" b="1" i="0">
                          <a:solidFill>
                            <a:srgbClr val="FFFFFF"/>
                          </a:solidFill>
                          <a:latin typeface="Arial"/>
                        </a:rPr>
                        <a:t>Стратегия</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Δ к</a:t>
                      </a:r>
                    </a:p>
                    <a:p>
                      <a:pPr algn="ctr"/>
                      <a:r>
                        <a:rPr lang="ru-RU" sz="1000" b="1" i="0">
                          <a:solidFill>
                            <a:srgbClr val="FFFFFF"/>
                          </a:solidFill>
                          <a:latin typeface="Arial"/>
                        </a:rPr>
                        <a:t>Стратегии</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к</a:t>
                      </a:r>
                    </a:p>
                    <a:p>
                      <a:pPr algn="ctr"/>
                      <a:r>
                        <a:rPr lang="ru-RU" sz="1000" b="1" i="0">
                          <a:solidFill>
                            <a:srgbClr val="FFFFFF"/>
                          </a:solidFill>
                          <a:latin typeface="Arial"/>
                        </a:rPr>
                        <a:t>Стратегии</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Доля</a:t>
                      </a:r>
                    </a:p>
                    <a:p>
                      <a:pPr algn="ctr"/>
                      <a:r>
                        <a:rPr lang="ru-RU" sz="1000" b="1" i="0">
                          <a:solidFill>
                            <a:srgbClr val="FFFFFF"/>
                          </a:solidFill>
                          <a:latin typeface="Arial"/>
                        </a:rPr>
                        <a:t>2027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Комментарий</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000000"/>
                    </a:solidFill>
                  </a:tcPr>
                </a:tc>
                <a:extLst>
                  <a:ext uri="{0D108BD9-81ED-4DB2-BD59-A6C34878D82A}">
                    <a16:rowId xmlns:a16="http://schemas.microsoft.com/office/drawing/2014/main" val="10000"/>
                  </a:ext>
                </a:extLst>
              </a:tr>
              <a:tr h="400000">
                <a:tc>
                  <a:txBody>
                    <a:bodyPr/>
                    <a:lstStyle/>
                    <a:p>
                      <a:pPr algn="l"/>
                      <a:r>
                        <a:rPr lang="en-US" sz="1000" b="1" i="0">
                          <a:solidFill>
                            <a:schemeClr val="tx1"/>
                          </a:solidFill>
                          <a:latin typeface="Arial"/>
                        </a:rPr>
                        <a:t>APP</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7 696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6 195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+1 501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7 251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+445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53%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Медиа 4 864, перформанс 2 832</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1"/>
                  </a:ext>
                </a:extLst>
              </a:tr>
              <a:tr h="400000">
                <a:tc>
                  <a:txBody>
                    <a:bodyPr/>
                    <a:lstStyle/>
                    <a:p>
                      <a:pPr algn="l"/>
                      <a:r>
                        <a:rPr lang="en-US" sz="1000" b="1" i="0">
                          <a:solidFill>
                            <a:schemeClr val="tx1"/>
                          </a:solidFill>
                          <a:latin typeface="Arial"/>
                        </a:rPr>
                        <a:t>Online DMP</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1 600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987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+62,1%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1 063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+537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+50,5%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МК 78%, ММ 20%</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2"/>
                  </a:ext>
                </a:extLst>
              </a:tr>
              <a:tr h="400000">
                <a:tc>
                  <a:txBody>
                    <a:bodyPr/>
                    <a:lstStyle/>
                    <a:p>
                      <a:pPr algn="l"/>
                      <a:r>
                        <a:rPr lang="en-US" sz="1000" b="1" i="0">
                          <a:solidFill>
                            <a:schemeClr val="tx1"/>
                          </a:solidFill>
                          <a:latin typeface="Arial"/>
                        </a:rPr>
                        <a:t>DMP</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187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102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+85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+82,6%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125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+50,0%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a:t>Аналитика DMP 54, ad hoc 133</a:t>
                      </a:r>
                      <a:endParaRPr lang="ru-RU" sz="1000"/>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3"/>
                  </a:ext>
                </a:extLst>
              </a:tr>
              <a:tr h="400000">
                <a:tc>
                  <a:txBody>
                    <a:bodyPr/>
                    <a:lstStyle/>
                    <a:p>
                      <a:pPr algn="l"/>
                      <a:r>
                        <a:rPr lang="en-US" sz="1000" b="1" i="0">
                          <a:solidFill>
                            <a:schemeClr val="tx1"/>
                          </a:solidFill>
                          <a:latin typeface="Arial"/>
                        </a:rPr>
                        <a:t>Instore digital</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4 019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2 446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+1 573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+64,3%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4 509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-490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-10,9%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ММ 68%, МЭ 13%, МК 10%</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4"/>
                  </a:ext>
                </a:extLst>
              </a:tr>
              <a:tr h="400000">
                <a:tc>
                  <a:txBody>
                    <a:bodyPr/>
                    <a:lstStyle/>
                    <a:p>
                      <a:pPr algn="l"/>
                      <a:r>
                        <a:rPr lang="ru-RU" sz="1000" b="1" i="0">
                          <a:solidFill>
                            <a:schemeClr val="tx1"/>
                          </a:solidFill>
                          <a:latin typeface="Arial"/>
                        </a:rPr>
                        <a:t>Content factory отдельное ЮЛ</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213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6 ячеек по 25 креаторов к марту 2027</a:t>
                      </a:r>
                      <a:endParaRPr lang="ru-RU" sz="1000" b="1" i="0">
                        <a:solidFill>
                          <a:schemeClr val="tx1"/>
                        </a:solidFill>
                        <a:latin typeface="Arial"/>
                      </a:endParaRP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6"/>
                  </a:ext>
                </a:extLst>
              </a:tr>
              <a:tr h="400000">
                <a:tc>
                  <a:txBody>
                    <a:bodyPr/>
                    <a:lstStyle/>
                    <a:p>
                      <a:pPr algn="l"/>
                      <a:r>
                        <a:rPr lang="ru-RU" sz="1000" b="1" i="0">
                          <a:solidFill>
                            <a:schemeClr val="tx1"/>
                          </a:solidFill>
                          <a:latin typeface="Arial"/>
                        </a:rPr>
                        <a:t>RMN (Brand budgets call) отдельное ЮЛ</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850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593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+258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+43,5%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н/п</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Бренд-бюджеты поставщиков через отдельное ЮЛ</a:t>
                      </a:r>
                      <a:endParaRPr lang="ru-RU" sz="1000" b="1" i="0">
                        <a:solidFill>
                          <a:schemeClr val="tx1"/>
                        </a:solidFill>
                        <a:latin typeface="Arial"/>
                      </a:endParaRP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7"/>
                  </a:ext>
                </a:extLst>
              </a:tr>
              <a:tr h="400000">
                <a:tc>
                  <a:txBody>
                    <a:bodyPr/>
                    <a:lstStyle/>
                    <a:p>
                      <a:pPr algn="l"/>
                      <a:r>
                        <a:rPr lang="en-US" sz="1000" b="1" i="0">
                          <a:solidFill>
                            <a:schemeClr val="tx1"/>
                          </a:solidFill>
                          <a:latin typeface="Arial"/>
                        </a:rPr>
                        <a:t>Gross Revenue</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14 566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10 323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+4 243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+41,1%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12 948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+1 618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+12,5%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100%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l"/>
                      <a:r>
                        <a:rPr lang="ru-RU" sz="1000" b="1" i="0">
                          <a:solidFill>
                            <a:schemeClr val="tx1"/>
                          </a:solidFill>
                          <a:latin typeface="Arial"/>
                        </a:rPr>
                        <a:t>42% выручки — Q4</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08"/>
                  </a:ext>
                </a:extLst>
              </a:tr>
              <a:tr h="400000">
                <a:tc>
                  <a:txBody>
                    <a:bodyPr/>
                    <a:lstStyle/>
                    <a:p>
                      <a:pPr algn="l"/>
                      <a:r>
                        <a:rPr lang="ru-RU" sz="1000" b="1" i="0">
                          <a:solidFill>
                            <a:schemeClr val="tx1"/>
                          </a:solidFill>
                          <a:latin typeface="Arial"/>
                        </a:rPr>
                        <a:t>Справочно: выручка М+</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5 444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3 007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+2 437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+81,1%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Программа лояльности, не входит в выручку </a:t>
                      </a:r>
                      <a:r>
                        <a:rPr lang="en-US" sz="1000" b="1" i="0">
                          <a:solidFill>
                            <a:schemeClr val="tx1"/>
                          </a:solidFill>
                          <a:latin typeface="Arial"/>
                        </a:rPr>
                        <a:t>AdTech</a:t>
                      </a:r>
                      <a:endParaRPr lang="ru-RU" sz="1000" b="1" i="0">
                        <a:solidFill>
                          <a:schemeClr val="tx1"/>
                        </a:solidFill>
                        <a:latin typeface="Arial"/>
                      </a:endParaRP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498272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sz="quarter" idx="17"/>
          </p:nvPr>
        </p:nvSpPr>
        <p:spPr>
          <a:xfrm>
            <a:off x="1619251" y="6317712"/>
            <a:ext cx="9277350" cy="433083"/>
          </a:xfrm>
        </p:spPr>
        <p:txBody>
          <a:bodyPr/>
          <a:lstStyle/>
          <a:p>
            <a:r>
              <a:rPr lang="ru-RU"/>
              <a:t>* - 2026 Прогноз — по модели бюджета AdTech 2027 (cons 16.10)</a:t>
            </a:r>
            <a:br>
              <a:rPr lang="ru-RU" dirty="0"/>
            </a:br>
            <a:r>
              <a:rPr lang="ru-RU"/>
              <a:t>Сезонность выручки — профиль модели бюджета: 2% годового объёма в январе → 17% в декабре (единый профиль для всех направлений)</a:t>
            </a:r>
          </a:p>
        </p:txBody>
      </p:sp>
      <p:sp>
        <p:nvSpPr>
          <p:cNvPr id="4" name="Номер слайда 3"/>
          <p:cNvSpPr>
            <a:spLocks noGrp="1"/>
          </p:cNvSpPr>
          <p:nvPr>
            <p:ph type="sldNum" sz="quarter" idx="4"/>
          </p:nvPr>
        </p:nvSpPr>
        <p:spPr/>
        <p:txBody>
          <a:bodyPr/>
          <a:lstStyle/>
          <a:p>
            <a:fld id="{527D41D6-7756-D84E-A787-9DAD2BF0F149}" type="slidenum">
              <a:rPr lang="ru-RU" smtClean="0"/>
              <a:pPr/>
              <a:t>4</a:t>
            </a:fld>
            <a:endParaRPr lang="ru-RU"/>
          </a:p>
        </p:txBody>
      </p:sp>
      <p:sp>
        <p:nvSpPr>
          <p:cNvPr id="5" name="Текст 4"/>
          <p:cNvSpPr>
            <a:spLocks noGrp="1"/>
          </p:cNvSpPr>
          <p:nvPr>
            <p:ph type="body" sz="quarter" idx="10"/>
          </p:nvPr>
        </p:nvSpPr>
        <p:spPr>
          <a:xfrm>
            <a:off x="364175" y="225093"/>
            <a:ext cx="11463650" cy="343867"/>
          </a:xfrm>
        </p:spPr>
        <p:txBody>
          <a:bodyPr/>
          <a:lstStyle/>
          <a:p>
            <a:r>
              <a:rPr lang="en-US">
                <a:solidFill>
                  <a:srgbClr val="FF0000"/>
                </a:solidFill>
              </a:rPr>
              <a:t>OMNI KPI Summary. AdTech: </a:t>
            </a:r>
            <a:r>
              <a:rPr lang="ru-RU"/>
              <a:t>Бюджет 2027 по месяцам</a:t>
            </a:r>
          </a:p>
        </p:txBody>
      </p:sp>
      <p:graphicFrame>
        <p:nvGraphicFramePr>
          <p:cNvPr id="8" name="Таблица 7"/>
          <p:cNvGraphicFramePr>
            <a:graphicFrameLocks noGrp="1"/>
          </p:cNvGraphicFramePr>
          <p:nvPr>
            <p:extLst>
              <p:ext uri="{D42A27DB-BD31-4B8C-83A1-F6EECF244321}">
                <p14:modId xmlns:p14="http://schemas.microsoft.com/office/powerpoint/2010/main" val="2534462825"/>
              </p:ext>
            </p:extLst>
          </p:nvPr>
        </p:nvGraphicFramePr>
        <p:xfrm>
          <a:off x="364175" y="829165"/>
          <a:ext cx="11280000" cy="4915800"/>
        </p:xfrm>
        <a:graphic>
          <a:graphicData uri="http://schemas.openxmlformats.org/drawingml/2006/table">
            <a:tbl>
              <a:tblPr firstRow="1"/>
              <a:tblGrid>
                <a:gridCol w="2600000">
                  <a:extLst>
                    <a:ext uri="{9D8B030D-6E8A-4147-A177-3AD203B41FA5}">
                      <a16:colId xmlns:a16="http://schemas.microsoft.com/office/drawing/2014/main" val="20000"/>
                    </a:ext>
                  </a:extLst>
                </a:gridCol>
                <a:gridCol w="575000">
                  <a:extLst>
                    <a:ext uri="{9D8B030D-6E8A-4147-A177-3AD203B41FA5}">
                      <a16:colId xmlns:a16="http://schemas.microsoft.com/office/drawing/2014/main" val="20001"/>
                    </a:ext>
                  </a:extLst>
                </a:gridCol>
                <a:gridCol w="575000">
                  <a:extLst>
                    <a:ext uri="{9D8B030D-6E8A-4147-A177-3AD203B41FA5}">
                      <a16:colId xmlns:a16="http://schemas.microsoft.com/office/drawing/2014/main" val="20002"/>
                    </a:ext>
                  </a:extLst>
                </a:gridCol>
                <a:gridCol w="575000">
                  <a:extLst>
                    <a:ext uri="{9D8B030D-6E8A-4147-A177-3AD203B41FA5}">
                      <a16:colId xmlns:a16="http://schemas.microsoft.com/office/drawing/2014/main" val="20003"/>
                    </a:ext>
                  </a:extLst>
                </a:gridCol>
                <a:gridCol w="575000">
                  <a:extLst>
                    <a:ext uri="{9D8B030D-6E8A-4147-A177-3AD203B41FA5}">
                      <a16:colId xmlns:a16="http://schemas.microsoft.com/office/drawing/2014/main" val="20004"/>
                    </a:ext>
                  </a:extLst>
                </a:gridCol>
                <a:gridCol w="575000">
                  <a:extLst>
                    <a:ext uri="{9D8B030D-6E8A-4147-A177-3AD203B41FA5}">
                      <a16:colId xmlns:a16="http://schemas.microsoft.com/office/drawing/2014/main" val="20005"/>
                    </a:ext>
                  </a:extLst>
                </a:gridCol>
                <a:gridCol w="575000">
                  <a:extLst>
                    <a:ext uri="{9D8B030D-6E8A-4147-A177-3AD203B41FA5}">
                      <a16:colId xmlns:a16="http://schemas.microsoft.com/office/drawing/2014/main" val="20006"/>
                    </a:ext>
                  </a:extLst>
                </a:gridCol>
                <a:gridCol w="575000">
                  <a:extLst>
                    <a:ext uri="{9D8B030D-6E8A-4147-A177-3AD203B41FA5}">
                      <a16:colId xmlns:a16="http://schemas.microsoft.com/office/drawing/2014/main" val="20007"/>
                    </a:ext>
                  </a:extLst>
                </a:gridCol>
                <a:gridCol w="575000">
                  <a:extLst>
                    <a:ext uri="{9D8B030D-6E8A-4147-A177-3AD203B41FA5}">
                      <a16:colId xmlns:a16="http://schemas.microsoft.com/office/drawing/2014/main" val="20008"/>
                    </a:ext>
                  </a:extLst>
                </a:gridCol>
                <a:gridCol w="575000">
                  <a:extLst>
                    <a:ext uri="{9D8B030D-6E8A-4147-A177-3AD203B41FA5}">
                      <a16:colId xmlns:a16="http://schemas.microsoft.com/office/drawing/2014/main" val="20009"/>
                    </a:ext>
                  </a:extLst>
                </a:gridCol>
                <a:gridCol w="575000">
                  <a:extLst>
                    <a:ext uri="{9D8B030D-6E8A-4147-A177-3AD203B41FA5}">
                      <a16:colId xmlns:a16="http://schemas.microsoft.com/office/drawing/2014/main" val="20010"/>
                    </a:ext>
                  </a:extLst>
                </a:gridCol>
                <a:gridCol w="575000">
                  <a:extLst>
                    <a:ext uri="{9D8B030D-6E8A-4147-A177-3AD203B41FA5}">
                      <a16:colId xmlns:a16="http://schemas.microsoft.com/office/drawing/2014/main" val="20011"/>
                    </a:ext>
                  </a:extLst>
                </a:gridCol>
                <a:gridCol w="575000">
                  <a:extLst>
                    <a:ext uri="{9D8B030D-6E8A-4147-A177-3AD203B41FA5}">
                      <a16:colId xmlns:a16="http://schemas.microsoft.com/office/drawing/2014/main" val="20012"/>
                    </a:ext>
                  </a:extLst>
                </a:gridCol>
                <a:gridCol w="890000">
                  <a:extLst>
                    <a:ext uri="{9D8B030D-6E8A-4147-A177-3AD203B41FA5}">
                      <a16:colId xmlns:a16="http://schemas.microsoft.com/office/drawing/2014/main" val="20013"/>
                    </a:ext>
                  </a:extLst>
                </a:gridCol>
                <a:gridCol w="890000">
                  <a:extLst>
                    <a:ext uri="{9D8B030D-6E8A-4147-A177-3AD203B41FA5}">
                      <a16:colId xmlns:a16="http://schemas.microsoft.com/office/drawing/2014/main" val="20014"/>
                    </a:ext>
                  </a:extLst>
                </a:gridCol>
              </a:tblGrid>
              <a:tr h="480000">
                <a:tc>
                  <a:txBody>
                    <a:bodyPr/>
                    <a:lstStyle/>
                    <a:p>
                      <a:pPr algn="ctr"/>
                      <a:r>
                        <a:rPr lang="ru-RU" sz="1000" b="1" i="0">
                          <a:solidFill>
                            <a:srgbClr val="FFFFFF"/>
                          </a:solidFill>
                          <a:latin typeface="Arial"/>
                        </a:rPr>
                        <a:t>Статья, млн руб.</a:t>
                      </a:r>
                    </a:p>
                  </a:txBody>
                  <a:tcPr marL="36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Янв</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Фев</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Мар</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Апр</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Май</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Июн</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Июл</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Авг</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Сен</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Окт</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Ноя</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Дек</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2027</a:t>
                      </a:r>
                    </a:p>
                    <a:p>
                      <a:pPr algn="ctr"/>
                      <a:r>
                        <a:rPr lang="ru-RU" sz="1000" b="1" i="0">
                          <a:solidFill>
                            <a:srgbClr val="FFFFFF"/>
                          </a:solidFill>
                          <a:latin typeface="Arial"/>
                        </a:rPr>
                        <a:t>Бюджет</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2026</a:t>
                      </a:r>
                    </a:p>
                    <a:p>
                      <a:pPr algn="ctr"/>
                      <a:r>
                        <a:rPr lang="ru-RU" sz="1000" b="1" i="0">
                          <a:solidFill>
                            <a:srgbClr val="FFFFFF"/>
                          </a:solidFill>
                          <a:latin typeface="Arial"/>
                        </a:rPr>
                        <a:t>Прогноз*</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000000"/>
                    </a:solidFill>
                  </a:tcPr>
                </a:tc>
                <a:extLst>
                  <a:ext uri="{0D108BD9-81ED-4DB2-BD59-A6C34878D82A}">
                    <a16:rowId xmlns:a16="http://schemas.microsoft.com/office/drawing/2014/main" val="10000"/>
                  </a:ext>
                </a:extLst>
              </a:tr>
              <a:tr h="315000">
                <a:tc>
                  <a:txBody>
                    <a:bodyPr/>
                    <a:lstStyle/>
                    <a:p>
                      <a:pPr algn="l"/>
                      <a:r>
                        <a:rPr lang="en-US" sz="1000" b="1" i="0">
                          <a:solidFill>
                            <a:schemeClr val="tx1"/>
                          </a:solidFill>
                          <a:latin typeface="Arial"/>
                        </a:rPr>
                        <a:t>APP</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385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616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616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847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1 077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1 308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7 696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6 195</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1"/>
                  </a:ext>
                </a:extLst>
              </a:tr>
              <a:tr h="315000">
                <a:tc>
                  <a:txBody>
                    <a:bodyPr/>
                    <a:lstStyle/>
                    <a:p>
                      <a:pPr algn="l"/>
                      <a:r>
                        <a:rPr lang="en-US" sz="1000" b="1" i="0">
                          <a:solidFill>
                            <a:schemeClr val="tx1"/>
                          </a:solidFill>
                          <a:latin typeface="Arial"/>
                        </a:rPr>
                        <a:t>Online DMP</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80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112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112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112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112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112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128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128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176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224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272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1 600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987</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2"/>
                  </a:ext>
                </a:extLst>
              </a:tr>
              <a:tr h="315000">
                <a:tc>
                  <a:txBody>
                    <a:bodyPr/>
                    <a:lstStyle/>
                    <a:p>
                      <a:pPr algn="l"/>
                      <a:r>
                        <a:rPr lang="en-US" sz="1000" b="1" i="0">
                          <a:solidFill>
                            <a:schemeClr val="tx1"/>
                          </a:solidFill>
                          <a:latin typeface="Arial"/>
                        </a:rPr>
                        <a:t>DMP</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187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102</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3"/>
                  </a:ext>
                </a:extLst>
              </a:tr>
              <a:tr h="315000">
                <a:tc>
                  <a:txBody>
                    <a:bodyPr/>
                    <a:lstStyle/>
                    <a:p>
                      <a:pPr algn="l"/>
                      <a:r>
                        <a:rPr lang="en-US" sz="1000" b="1" i="0">
                          <a:solidFill>
                            <a:schemeClr val="tx1"/>
                          </a:solidFill>
                          <a:latin typeface="Arial"/>
                        </a:rPr>
                        <a:t>Instore digital</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80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201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281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281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281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281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281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322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322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563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683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4 019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2 446</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4"/>
                  </a:ext>
                </a:extLst>
              </a:tr>
              <a:tr h="315000">
                <a:tc>
                  <a:txBody>
                    <a:bodyPr/>
                    <a:lstStyle/>
                    <a:p>
                      <a:pPr algn="l"/>
                      <a:r>
                        <a:rPr lang="ru-RU" sz="1000" b="1" i="0">
                          <a:solidFill>
                            <a:schemeClr val="tx1"/>
                          </a:solidFill>
                          <a:latin typeface="Arial"/>
                        </a:rPr>
                        <a:t>Content factory отдельное ЮЛ</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36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213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0</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6"/>
                  </a:ext>
                </a:extLst>
              </a:tr>
              <a:tr h="315000">
                <a:tc>
                  <a:txBody>
                    <a:bodyPr/>
                    <a:lstStyle/>
                    <a:p>
                      <a:pPr algn="l"/>
                      <a:r>
                        <a:rPr lang="ru-RU" sz="1000" b="1" i="0">
                          <a:solidFill>
                            <a:schemeClr val="tx1"/>
                          </a:solidFill>
                          <a:latin typeface="Arial"/>
                        </a:rPr>
                        <a:t>RMN (Brand budgets call) отдельное ЮЛ</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145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850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593</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7"/>
                  </a:ext>
                </a:extLst>
              </a:tr>
              <a:tr h="315000">
                <a:tc>
                  <a:txBody>
                    <a:bodyPr/>
                    <a:lstStyle/>
                    <a:p>
                      <a:pPr algn="l"/>
                      <a:r>
                        <a:rPr lang="en-US" sz="1000" b="1" i="0">
                          <a:solidFill>
                            <a:schemeClr val="tx1"/>
                          </a:solidFill>
                          <a:latin typeface="Arial"/>
                        </a:rPr>
                        <a:t>Gross Revenue</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291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728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1 020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1 020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1 020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1 020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1 020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1 165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1 165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1 602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2 039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2 476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14 566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10 323</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08"/>
                  </a:ext>
                </a:extLst>
              </a:tr>
              <a:tr h="315000">
                <a:tc>
                  <a:txBody>
                    <a:bodyPr/>
                    <a:lstStyle/>
                    <a:p>
                      <a:pPr algn="l"/>
                      <a:r>
                        <a:rPr lang="ru-RU" sz="1000" b="1" i="0">
                          <a:solidFill>
                            <a:schemeClr val="tx1"/>
                          </a:solidFill>
                          <a:latin typeface="Arial"/>
                        </a:rPr>
                        <a:t>PEX (вкл. Other 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-115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-121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-131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-123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-120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-129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-105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-122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-130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-130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-134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-1 477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-1 153</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9"/>
                  </a:ext>
                </a:extLst>
              </a:tr>
              <a:tr h="315000">
                <a:tc>
                  <a:txBody>
                    <a:bodyPr/>
                    <a:lstStyle/>
                    <a:p>
                      <a:pPr algn="l"/>
                      <a:r>
                        <a:rPr lang="en-US" sz="1000" b="1" i="0">
                          <a:solidFill>
                            <a:schemeClr val="tx1"/>
                          </a:solidFill>
                          <a:latin typeface="Arial"/>
                        </a:rPr>
                        <a:t>Marketing</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-136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-161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-160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-162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-165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-172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-171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-205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-230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-256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-2 072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-936</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0"/>
                  </a:ext>
                </a:extLst>
              </a:tr>
              <a:tr h="315000">
                <a:tc>
                  <a:txBody>
                    <a:bodyPr/>
                    <a:lstStyle/>
                    <a:p>
                      <a:pPr algn="l"/>
                      <a:r>
                        <a:rPr lang="ru-RU" sz="1000" b="1" i="0">
                          <a:solidFill>
                            <a:schemeClr val="tx1"/>
                          </a:solidFill>
                          <a:latin typeface="Arial"/>
                        </a:rPr>
                        <a:t>Other OPEX и IT</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-194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-150</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1"/>
                  </a:ext>
                </a:extLst>
              </a:tr>
              <a:tr h="315000">
                <a:tc>
                  <a:txBody>
                    <a:bodyPr/>
                    <a:lstStyle/>
                    <a:p>
                      <a:pPr algn="l"/>
                      <a:r>
                        <a:rPr lang="en-US" sz="1000" b="1" i="0">
                          <a:solidFill>
                            <a:schemeClr val="tx1"/>
                          </a:solidFill>
                          <a:latin typeface="Arial"/>
                        </a:rPr>
                        <a:t>OPEX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-220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-269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-291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-305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-297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-296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-308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-293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-310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-355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-384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-417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-3 743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-2 239</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12"/>
                  </a:ext>
                </a:extLst>
              </a:tr>
              <a:tr h="315000">
                <a:tc>
                  <a:txBody>
                    <a:bodyPr/>
                    <a:lstStyle/>
                    <a:p>
                      <a:pPr algn="l"/>
                      <a:r>
                        <a:rPr lang="en-US" sz="1000" b="1" i="0">
                          <a:solidFill>
                            <a:schemeClr val="tx1"/>
                          </a:solidFill>
                          <a:latin typeface="Arial"/>
                        </a:rPr>
                        <a:t>EBITDA</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71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460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729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714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723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724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712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873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856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1 247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1 656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2 059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10 823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8 085</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13"/>
                  </a:ext>
                </a:extLst>
              </a:tr>
              <a:tr h="315000">
                <a:tc>
                  <a:txBody>
                    <a:bodyPr/>
                    <a:lstStyle/>
                    <a:p>
                      <a:pPr algn="l"/>
                      <a:r>
                        <a:rPr lang="en-US" sz="1000" b="1" i="0">
                          <a:solidFill>
                            <a:schemeClr val="tx1"/>
                          </a:solidFill>
                          <a:latin typeface="Arial"/>
                        </a:rPr>
                        <a:t>CAPEX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-55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-103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-202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-217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-146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-1 151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-1 180</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4"/>
                  </a:ext>
                </a:extLst>
              </a:tr>
              <a:tr h="315000">
                <a:tc>
                  <a:txBody>
                    <a:bodyPr/>
                    <a:lstStyle/>
                    <a:p>
                      <a:pPr algn="l"/>
                      <a:r>
                        <a:rPr lang="en-US" sz="1000" b="1" i="0">
                          <a:solidFill>
                            <a:schemeClr val="tx1"/>
                          </a:solidFill>
                          <a:latin typeface="Arial"/>
                        </a:rPr>
                        <a:t>FCF</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417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684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660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660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627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769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654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1 031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1 610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1 913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9 673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6 905</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1085449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 2"/>
          <p:cNvSpPr>
            <a:spLocks noGrp="1"/>
          </p:cNvSpPr>
          <p:nvPr>
            <p:ph type="body" sz="quarter" idx="17"/>
          </p:nvPr>
        </p:nvSpPr>
        <p:spPr>
          <a:xfrm>
            <a:off x="1619251" y="6317712"/>
            <a:ext cx="9277350" cy="433083"/>
          </a:xfrm>
        </p:spPr>
        <p:txBody>
          <a:bodyPr/>
          <a:lstStyle/>
          <a:p>
            <a:r>
              <a:rPr lang="ru-RU"/>
              <a:t>Вид для консолидации: выручка — прирост 2027 к прогнозу 2026 (E-comm / Offline), расходы и CAPEX — полный бюджет 2027</a:t>
            </a:r>
            <a:br>
              <a:rPr lang="ru-RU" dirty="0"/>
            </a:br>
            <a:r>
              <a:rPr lang="ru-RU"/>
              <a:t>«+» к стратегии — улучшение (по расходам — экономия)</a:t>
            </a:r>
          </a:p>
        </p:txBody>
      </p:sp>
      <p:sp>
        <p:nvSpPr>
          <p:cNvPr id="4" name="Номер слайда 3"/>
          <p:cNvSpPr>
            <a:spLocks noGrp="1"/>
          </p:cNvSpPr>
          <p:nvPr>
            <p:ph type="sldNum" sz="quarter" idx="4"/>
          </p:nvPr>
        </p:nvSpPr>
        <p:spPr/>
        <p:txBody>
          <a:bodyPr/>
          <a:lstStyle/>
          <a:p>
            <a:fld id="{527D41D6-7756-D84E-A787-9DAD2BF0F149}" type="slidenum">
              <a:rPr lang="ru-RU" smtClean="0"/>
              <a:pPr/>
              <a:t>5</a:t>
            </a:fld>
            <a:endParaRPr lang="ru-RU"/>
          </a:p>
        </p:txBody>
      </p:sp>
      <p:sp>
        <p:nvSpPr>
          <p:cNvPr id="5" name="Текст 4"/>
          <p:cNvSpPr>
            <a:spLocks noGrp="1"/>
          </p:cNvSpPr>
          <p:nvPr>
            <p:ph type="body" sz="quarter" idx="10"/>
          </p:nvPr>
        </p:nvSpPr>
        <p:spPr>
          <a:xfrm>
            <a:off x="364175" y="225093"/>
            <a:ext cx="11463650" cy="343867"/>
          </a:xfrm>
        </p:spPr>
        <p:txBody>
          <a:bodyPr/>
          <a:lstStyle/>
          <a:p>
            <a:r>
              <a:rPr lang="en-US">
                <a:solidFill>
                  <a:srgbClr val="FF0000"/>
                </a:solidFill>
              </a:rPr>
              <a:t>OMNI KPI Summary. AdTech: </a:t>
            </a:r>
            <a:r>
              <a:rPr lang="ru-RU"/>
              <a:t>Бюджет 2027 — вид для консолидации</a:t>
            </a:r>
          </a:p>
        </p:txBody>
      </p:sp>
      <p:graphicFrame>
        <p:nvGraphicFramePr>
          <p:cNvPr id="8" name="Таблица 7"/>
          <p:cNvGraphicFramePr>
            <a:graphicFrameLocks noGrp="1"/>
          </p:cNvGraphicFramePr>
          <p:nvPr>
            <p:extLst>
              <p:ext uri="{D42A27DB-BD31-4B8C-83A1-F6EECF244321}">
                <p14:modId xmlns:p14="http://schemas.microsoft.com/office/powerpoint/2010/main" val="4161682291"/>
              </p:ext>
            </p:extLst>
          </p:nvPr>
        </p:nvGraphicFramePr>
        <p:xfrm>
          <a:off x="364175" y="829165"/>
          <a:ext cx="11280000" cy="4840000"/>
        </p:xfrm>
        <a:graphic>
          <a:graphicData uri="http://schemas.openxmlformats.org/drawingml/2006/table">
            <a:tbl>
              <a:tblPr firstRow="1"/>
              <a:tblGrid>
                <a:gridCol w="2400000">
                  <a:extLst>
                    <a:ext uri="{9D8B030D-6E8A-4147-A177-3AD203B41FA5}">
                      <a16:colId xmlns:a16="http://schemas.microsoft.com/office/drawing/2014/main" val="20000"/>
                    </a:ext>
                  </a:extLst>
                </a:gridCol>
                <a:gridCol w="1050000">
                  <a:extLst>
                    <a:ext uri="{9D8B030D-6E8A-4147-A177-3AD203B41FA5}">
                      <a16:colId xmlns:a16="http://schemas.microsoft.com/office/drawing/2014/main" val="20001"/>
                    </a:ext>
                  </a:extLst>
                </a:gridCol>
                <a:gridCol w="1050000">
                  <a:extLst>
                    <a:ext uri="{9D8B030D-6E8A-4147-A177-3AD203B41FA5}">
                      <a16:colId xmlns:a16="http://schemas.microsoft.com/office/drawing/2014/main" val="20002"/>
                    </a:ext>
                  </a:extLst>
                </a:gridCol>
                <a:gridCol w="1050000">
                  <a:extLst>
                    <a:ext uri="{9D8B030D-6E8A-4147-A177-3AD203B41FA5}">
                      <a16:colId xmlns:a16="http://schemas.microsoft.com/office/drawing/2014/main" val="20003"/>
                    </a:ext>
                  </a:extLst>
                </a:gridCol>
                <a:gridCol w="1050000">
                  <a:extLst>
                    <a:ext uri="{9D8B030D-6E8A-4147-A177-3AD203B41FA5}">
                      <a16:colId xmlns:a16="http://schemas.microsoft.com/office/drawing/2014/main" val="20004"/>
                    </a:ext>
                  </a:extLst>
                </a:gridCol>
                <a:gridCol w="4680000">
                  <a:extLst>
                    <a:ext uri="{9D8B030D-6E8A-4147-A177-3AD203B41FA5}">
                      <a16:colId xmlns:a16="http://schemas.microsoft.com/office/drawing/2014/main" val="20005"/>
                    </a:ext>
                  </a:extLst>
                </a:gridCol>
              </a:tblGrid>
              <a:tr h="520000">
                <a:tc>
                  <a:txBody>
                    <a:bodyPr/>
                    <a:lstStyle/>
                    <a:p>
                      <a:pPr algn="ctr"/>
                      <a:r>
                        <a:rPr lang="ru-RU" sz="1000" b="1" i="0">
                          <a:solidFill>
                            <a:srgbClr val="FFFFFF"/>
                          </a:solidFill>
                          <a:latin typeface="Arial"/>
                        </a:rPr>
                        <a:t>Статья (вид для консолидации), млн руб.</a:t>
                      </a:r>
                    </a:p>
                  </a:txBody>
                  <a:tcPr marL="36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2027</a:t>
                      </a:r>
                    </a:p>
                    <a:p>
                      <a:pPr algn="ctr"/>
                      <a:r>
                        <a:rPr lang="ru-RU" sz="1000" b="1" i="0">
                          <a:solidFill>
                            <a:srgbClr val="FFFFFF"/>
                          </a:solidFill>
                          <a:latin typeface="Arial"/>
                        </a:rPr>
                        <a:t>Бюджет</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2027</a:t>
                      </a:r>
                    </a:p>
                    <a:p>
                      <a:pPr algn="ctr"/>
                      <a:r>
                        <a:rPr lang="ru-RU" sz="1000" b="1" i="0">
                          <a:solidFill>
                            <a:srgbClr val="FFFFFF"/>
                          </a:solidFill>
                          <a:latin typeface="Arial"/>
                        </a:rPr>
                        <a:t>Стратегия</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Δ к</a:t>
                      </a:r>
                    </a:p>
                    <a:p>
                      <a:pPr algn="ctr"/>
                      <a:r>
                        <a:rPr lang="ru-RU" sz="1000" b="1" i="0">
                          <a:solidFill>
                            <a:srgbClr val="FFFFFF"/>
                          </a:solidFill>
                          <a:latin typeface="Arial"/>
                        </a:rPr>
                        <a:t>Стратегии</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к</a:t>
                      </a:r>
                    </a:p>
                    <a:p>
                      <a:pPr algn="ctr"/>
                      <a:r>
                        <a:rPr lang="ru-RU" sz="1000" b="1" i="0">
                          <a:solidFill>
                            <a:srgbClr val="FFFFFF"/>
                          </a:solidFill>
                          <a:latin typeface="Arial"/>
                        </a:rPr>
                        <a:t>Стратегии</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000000"/>
                    </a:solidFill>
                  </a:tcPr>
                </a:tc>
                <a:tc>
                  <a:txBody>
                    <a:bodyPr/>
                    <a:lstStyle/>
                    <a:p>
                      <a:pPr algn="ctr"/>
                      <a:r>
                        <a:rPr lang="ru-RU" sz="1000" b="1" i="0">
                          <a:solidFill>
                            <a:srgbClr val="FFFFFF"/>
                          </a:solidFill>
                          <a:latin typeface="Arial"/>
                        </a:rPr>
                        <a:t>Комментарий</a:t>
                      </a:r>
                    </a:p>
                  </a:txBody>
                  <a:tcPr marL="36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000000"/>
                    </a:solidFill>
                  </a:tcPr>
                </a:tc>
                <a:extLst>
                  <a:ext uri="{0D108BD9-81ED-4DB2-BD59-A6C34878D82A}">
                    <a16:rowId xmlns:a16="http://schemas.microsoft.com/office/drawing/2014/main" val="10000"/>
                  </a:ext>
                </a:extLst>
              </a:tr>
              <a:tr h="360000">
                <a:tc>
                  <a:txBody>
                    <a:bodyPr/>
                    <a:lstStyle/>
                    <a:p>
                      <a:pPr algn="l"/>
                      <a:r>
                        <a:rPr lang="ru-RU" sz="1000" b="1" i="0">
                          <a:solidFill>
                            <a:schemeClr val="tx1"/>
                          </a:solidFill>
                          <a:latin typeface="Arial"/>
                        </a:rPr>
                        <a:t>Прирост выручки E-comm</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1 501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1 012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+489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+48,3%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Полный год нового прайса и рост аудитории</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1"/>
                  </a:ext>
                </a:extLst>
              </a:tr>
              <a:tr h="360000">
                <a:tc>
                  <a:txBody>
                    <a:bodyPr/>
                    <a:lstStyle/>
                    <a:p>
                      <a:pPr algn="l"/>
                      <a:r>
                        <a:rPr lang="ru-RU" sz="1000" b="1" i="0">
                          <a:solidFill>
                            <a:schemeClr val="tx1"/>
                          </a:solidFill>
                          <a:latin typeface="Arial"/>
                        </a:rPr>
                        <a:t>Прирост выручки Offline</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2 742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2 467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+275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+11,1%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en-US" sz="1000" b="1" i="0">
                          <a:solidFill>
                            <a:schemeClr val="tx1"/>
                          </a:solidFill>
                          <a:latin typeface="Arial"/>
                        </a:rPr>
                        <a:t>Instore, Online DMP, RMN, Content factory</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2"/>
                  </a:ext>
                </a:extLst>
              </a:tr>
              <a:tr h="360000">
                <a:tc>
                  <a:txBody>
                    <a:bodyPr/>
                    <a:lstStyle/>
                    <a:p>
                      <a:pPr algn="l"/>
                      <a:r>
                        <a:rPr lang="ru-RU" sz="1000" b="1" i="0">
                          <a:solidFill>
                            <a:schemeClr val="tx1"/>
                          </a:solidFill>
                          <a:latin typeface="Arial"/>
                        </a:rPr>
                        <a:t>Прирост выручки итого</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4 243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3 479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+763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+21,9%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endParaRPr lang="ru-RU" sz="1000" b="1" i="0">
                        <a:solidFill>
                          <a:schemeClr val="tx1"/>
                        </a:solidFill>
                        <a:latin typeface="Arial"/>
                      </a:endParaRP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03"/>
                  </a:ext>
                </a:extLst>
              </a:tr>
              <a:tr h="360000">
                <a:tc>
                  <a:txBody>
                    <a:bodyPr/>
                    <a:lstStyle/>
                    <a:p>
                      <a:pPr algn="l"/>
                      <a:r>
                        <a:rPr lang="en-US" sz="1000" b="1" i="0">
                          <a:solidFill>
                            <a:schemeClr val="tx1"/>
                          </a:solidFill>
                          <a:latin typeface="Arial"/>
                        </a:rPr>
                        <a:t>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-1 436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-1 479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+2,9%</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Полный год штата 2026 г. и +42 FTE (до 354)</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4"/>
                  </a:ext>
                </a:extLst>
              </a:tr>
              <a:tr h="360000">
                <a:tc>
                  <a:txBody>
                    <a:bodyPr/>
                    <a:lstStyle/>
                    <a:p>
                      <a:pPr algn="l"/>
                      <a:r>
                        <a:rPr lang="en-US" sz="1000" b="1" i="0">
                          <a:solidFill>
                            <a:schemeClr val="tx1"/>
                          </a:solidFill>
                          <a:latin typeface="Arial"/>
                        </a:rPr>
                        <a:t>Other 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-40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-26</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-53,7%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HR-бренд, обучение, подбор</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5"/>
                  </a:ext>
                </a:extLst>
              </a:tr>
              <a:tr h="360000">
                <a:tc>
                  <a:txBody>
                    <a:bodyPr/>
                    <a:lstStyle/>
                    <a:p>
                      <a:pPr algn="l"/>
                      <a:r>
                        <a:rPr lang="en-US" sz="1000" b="1" i="0">
                          <a:solidFill>
                            <a:schemeClr val="tx1"/>
                          </a:solidFill>
                          <a:latin typeface="Arial"/>
                        </a:rPr>
                        <a:t>Marketing</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-2 072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-1 330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-742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-55,8%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Трафик DMP и агентские вознаграждения растут вместе с выручкой</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6"/>
                  </a:ext>
                </a:extLst>
              </a:tr>
              <a:tr h="360000">
                <a:tc>
                  <a:txBody>
                    <a:bodyPr/>
                    <a:lstStyle/>
                    <a:p>
                      <a:pPr algn="l"/>
                      <a:r>
                        <a:rPr lang="en-US" sz="1000" b="1" i="0">
                          <a:solidFill>
                            <a:schemeClr val="tx1"/>
                          </a:solidFill>
                          <a:latin typeface="Arial"/>
                        </a:rPr>
                        <a:t>Other OPEX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-102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-98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endParaRPr lang="ru-RU" sz="1000"/>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7"/>
                  </a:ext>
                </a:extLst>
              </a:tr>
              <a:tr h="360000">
                <a:tc>
                  <a:txBody>
                    <a:bodyPr/>
                    <a:lstStyle/>
                    <a:p>
                      <a:pPr algn="l"/>
                      <a:r>
                        <a:rPr lang="en-US" sz="1000" b="1" i="0">
                          <a:solidFill>
                            <a:schemeClr val="tx1"/>
                          </a:solidFill>
                          <a:latin typeface="Arial"/>
                        </a:rPr>
                        <a:t>IT</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-92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-62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-30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-48,4%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l"/>
                      <a:r>
                        <a:rPr lang="ru-RU" sz="1000" b="1" i="0">
                          <a:solidFill>
                            <a:schemeClr val="tx1"/>
                          </a:solidFill>
                          <a:latin typeface="Arial"/>
                        </a:rPr>
                        <a:t>Техподдержка и сопровождение ПО</a:t>
                      </a:r>
                      <a:endParaRPr lang="ru-RU" sz="1000" b="1" i="0">
                        <a:solidFill>
                          <a:schemeClr val="tx1"/>
                        </a:solidFill>
                        <a:latin typeface="Arial"/>
                      </a:endParaRP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08"/>
                  </a:ext>
                </a:extLst>
              </a:tr>
              <a:tr h="360000">
                <a:tc>
                  <a:txBody>
                    <a:bodyPr/>
                    <a:lstStyle/>
                    <a:p>
                      <a:pPr algn="l"/>
                      <a:r>
                        <a:rPr lang="en-US" sz="1000" b="1" i="0">
                          <a:solidFill>
                            <a:schemeClr val="tx1"/>
                          </a:solidFill>
                          <a:latin typeface="Arial"/>
                        </a:rPr>
                        <a:t>OPEX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-3 743</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-2 995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-748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-25,0%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l"/>
                      <a:r>
                        <a:rPr lang="ru-RU" sz="1000" b="1" i="0">
                          <a:solidFill>
                            <a:schemeClr val="tx1"/>
                          </a:solidFill>
                          <a:latin typeface="Arial"/>
                        </a:rPr>
                        <a:t>Превышение компенсируется ростом выручки (+763 к стратегии)</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09"/>
                  </a:ext>
                </a:extLst>
              </a:tr>
              <a:tr h="360000">
                <a:tc>
                  <a:txBody>
                    <a:bodyPr/>
                    <a:lstStyle/>
                    <a:p>
                      <a:pPr algn="l"/>
                      <a:r>
                        <a:rPr lang="en-US" sz="1000" b="1" i="0">
                          <a:solidFill>
                            <a:schemeClr val="tx1"/>
                          </a:solidFill>
                          <a:latin typeface="Arial"/>
                        </a:rPr>
                        <a:t>EBITDA (CONS)</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1" i="0">
                          <a:solidFill>
                            <a:schemeClr val="tx1"/>
                          </a:solidFill>
                          <a:latin typeface="Arial"/>
                        </a:rPr>
                        <a:t>500</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solidFill>
                          <a:latin typeface="Arial"/>
                        </a:rPr>
                        <a:t>485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+15</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EDEDED"/>
                    </a:solidFill>
                  </a:tcPr>
                </a:tc>
                <a:tc>
                  <a:txBody>
                    <a:bodyPr/>
                    <a:lstStyle/>
                    <a:p>
                      <a:pPr algn="ctr"/>
                      <a:r>
                        <a:rPr lang="ru-RU" sz="1000" b="0" i="0">
                          <a:solidFill>
                            <a:schemeClr val="tx1">
                              <a:lumMod val="50000"/>
                              <a:lumOff val="50000"/>
                            </a:schemeClr>
                          </a:solidFill>
                          <a:latin typeface="Arial"/>
                        </a:rPr>
                        <a:t>+3,1%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Соответствует top-down цели 500</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solidFill>
                      <a:srgbClr val="EDEDED"/>
                    </a:solidFill>
                  </a:tcPr>
                </a:tc>
                <a:extLst>
                  <a:ext uri="{0D108BD9-81ED-4DB2-BD59-A6C34878D82A}">
                    <a16:rowId xmlns:a16="http://schemas.microsoft.com/office/drawing/2014/main" val="10010"/>
                  </a:ext>
                </a:extLst>
              </a:tr>
              <a:tr h="360000">
                <a:tc>
                  <a:txBody>
                    <a:bodyPr/>
                    <a:lstStyle/>
                    <a:p>
                      <a:pPr algn="l"/>
                      <a:r>
                        <a:rPr lang="en-US" sz="1000" b="1" i="0">
                          <a:solidFill>
                            <a:schemeClr val="tx1"/>
                          </a:solidFill>
                          <a:latin typeface="Arial"/>
                        </a:rPr>
                        <a:t>CAPEX</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-1 151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-1 242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+92</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+7,4%</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r>
                        <a:rPr lang="ru-RU" sz="1000" b="1" i="0">
                          <a:solidFill>
                            <a:schemeClr val="tx1"/>
                          </a:solidFill>
                          <a:latin typeface="Arial"/>
                        </a:rPr>
                        <a:t>Платформа −541, оснащение ТТ −610</a:t>
                      </a:r>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1"/>
                  </a:ext>
                </a:extLst>
              </a:tr>
              <a:tr h="360000">
                <a:tc>
                  <a:txBody>
                    <a:bodyPr/>
                    <a:lstStyle/>
                    <a:p>
                      <a:pPr algn="l"/>
                      <a:r>
                        <a:rPr lang="en-US" sz="1000" b="1" i="0">
                          <a:solidFill>
                            <a:schemeClr val="tx1"/>
                          </a:solidFill>
                          <a:latin typeface="Arial"/>
                        </a:rPr>
                        <a:t>FCF (CONS)</a:t>
                      </a:r>
                    </a:p>
                  </a:txBody>
                  <a:tcPr marL="72000" marR="36000" marT="18000" marB="18000" anchor="ctr">
                    <a:lnL w="12700">
                      <a:solidFill>
                        <a:schemeClr val="bg1">
                          <a:lumMod val="50000"/>
                        </a:schemeClr>
                      </a:solidFill>
                      <a:prstDash val="solid"/>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1" i="0">
                          <a:solidFill>
                            <a:schemeClr val="tx1"/>
                          </a:solidFill>
                          <a:latin typeface="Arial"/>
                        </a:rPr>
                        <a:t>-651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solidFill>
                          <a:latin typeface="Arial"/>
                        </a:rPr>
                        <a:t>-758</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+107</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noFill/>
                  </a:tcPr>
                </a:tc>
                <a:tc>
                  <a:txBody>
                    <a:bodyPr/>
                    <a:lstStyle/>
                    <a:p>
                      <a:pPr algn="ctr"/>
                      <a:r>
                        <a:rPr lang="ru-RU" sz="1000" b="0" i="0">
                          <a:solidFill>
                            <a:schemeClr val="tx1">
                              <a:lumMod val="50000"/>
                              <a:lumOff val="50000"/>
                            </a:schemeClr>
                          </a:solidFill>
                          <a:latin typeface="Arial"/>
                        </a:rPr>
                        <a:t>+14,1%</a:t>
                      </a:r>
                    </a:p>
                  </a:txBody>
                  <a:tcPr marL="36000" marR="36000" marT="18000" marB="18000" anchor="ctr">
                    <a:lnL>
                      <a:noFill/>
                    </a:lnL>
                    <a:lnR>
                      <a:noFill/>
                    </a:lnR>
                    <a:lnT w="12700">
                      <a:solidFill>
                        <a:schemeClr val="bg1">
                          <a:lumMod val="50000"/>
                        </a:schemeClr>
                      </a:solidFill>
                      <a:prstDash val="solid"/>
                    </a:lnT>
                    <a:lnB w="12700">
                      <a:solidFill>
                        <a:schemeClr val="bg1">
                          <a:lumMod val="50000"/>
                        </a:schemeClr>
                      </a:solidFill>
                      <a:prstDash val="solid"/>
                    </a:lnB>
                    <a:solidFill>
                      <a:srgbClr val="C6EFCE"/>
                    </a:solidFill>
                  </a:tcPr>
                </a:tc>
                <a:tc>
                  <a:txBody>
                    <a:bodyPr/>
                    <a:lstStyle/>
                    <a:p>
                      <a:pPr algn="l"/>
                      <a:endParaRPr lang="ru-RU" sz="1000"/>
                    </a:p>
                  </a:txBody>
                  <a:tcPr marL="72000" marR="36000" marT="18000" marB="18000" anchor="ctr">
                    <a:lnL>
                      <a:noFill/>
                    </a:lnL>
                    <a:lnR w="12700">
                      <a:solidFill>
                        <a:schemeClr val="bg1">
                          <a:lumMod val="50000"/>
                        </a:schemeClr>
                      </a:solidFill>
                      <a:prstDash val="solid"/>
                    </a:lnR>
                    <a:lnT w="12700">
                      <a:solidFill>
                        <a:schemeClr val="bg1">
                          <a:lumMod val="50000"/>
                        </a:schemeClr>
                      </a:solidFill>
                      <a:prstDash val="solid"/>
                    </a:lnT>
                    <a:lnB w="12700">
                      <a:solidFill>
                        <a:schemeClr val="bg1">
                          <a:lumMod val="50000"/>
                        </a:schemeClr>
                      </a:solidFill>
                      <a:prstDash val="solid"/>
                    </a:lnB>
                    <a:no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0145647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QsaBMu5Y9A2PtCcQK8SQlQ"/>
</p:tagLst>
</file>

<file path=ppt/theme/theme1.xml><?xml version="1.0" encoding="utf-8"?>
<a:theme xmlns:a="http://schemas.openxmlformats.org/drawingml/2006/main" name="6_Тема Office">
  <a:themeElements>
    <a:clrScheme name="Пользовательские 5">
      <a:dk1>
        <a:srgbClr val="000000"/>
      </a:dk1>
      <a:lt1>
        <a:srgbClr val="FFFFFF"/>
      </a:lt1>
      <a:dk2>
        <a:srgbClr val="FF452C"/>
      </a:dk2>
      <a:lt2>
        <a:srgbClr val="FFFEFF"/>
      </a:lt2>
      <a:accent1>
        <a:srgbClr val="FF452C"/>
      </a:accent1>
      <a:accent2>
        <a:srgbClr val="999999"/>
      </a:accent2>
      <a:accent3>
        <a:srgbClr val="FEA296"/>
      </a:accent3>
      <a:accent4>
        <a:srgbClr val="CCCCCC"/>
      </a:accent4>
      <a:accent5>
        <a:srgbClr val="FE7460"/>
      </a:accent5>
      <a:accent6>
        <a:srgbClr val="E4E4E4"/>
      </a:accent6>
      <a:hlink>
        <a:srgbClr val="0963FA"/>
      </a:hlink>
      <a:folHlink>
        <a:srgbClr val="9FD1F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3DD568C-A782-FB4F-864B-BD5FFD469CEE}">
  <we:reference id="wa200010001" version="1.0.0.1" store="en-US" storeType="OMEX"/>
  <we:alternateReferences>
    <we:reference id="wa200010001" version="1.0.0.1" store="en-US" storeType="OMEX"/>
  </we:alternateReferences>
  <we:properties>
    <we:property name="claude.fileId" value="&quot;b80481db-ed65-47c9-a1c0-2fde1bfe45e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Документ" ma:contentTypeID="0x0101005586351EFA2A4845BBB1D74C44D60F86" ma:contentTypeVersion="8" ma:contentTypeDescription="Создание документа." ma:contentTypeScope="" ma:versionID="c99fc65a7d2f9829e42e56b639d06c75">
  <xsd:schema xmlns:xsd="http://www.w3.org/2001/XMLSchema" xmlns:xs="http://www.w3.org/2001/XMLSchema" xmlns:p="http://schemas.microsoft.com/office/2006/metadata/properties" xmlns:ns2="91f60a32-c13a-4850-8dc7-55ed60ec9666" targetNamespace="http://schemas.microsoft.com/office/2006/metadata/properties" ma:root="true" ma:fieldsID="e7580d880a114fb436c588a649554218" ns2:_="">
    <xsd:import namespace="91f60a32-c13a-4850-8dc7-55ed60ec9666"/>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f60a32-c13a-4850-8dc7-55ed60ec9666" elementFormDefault="qualified">
    <xsd:import namespace="http://schemas.microsoft.com/office/2006/documentManagement/types"/>
    <xsd:import namespace="http://schemas.microsoft.com/office/infopath/2007/PartnerControls"/>
    <xsd:element name="SharedWithUsers" ma:index="8" nillable="true" ma:displayName="Общий доступ с использованием"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Совместно с подробностями"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5"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7D6A60-3681-4F1B-B8AD-94F5DA5ED429}">
  <ds:schemaRefs>
    <ds:schemaRef ds:uri="http://schemas.microsoft.com/office/infopath/2007/PartnerControls"/>
    <ds:schemaRef ds:uri="http://purl.org/dc/dcmitype/"/>
    <ds:schemaRef ds:uri="http://purl.org/dc/terms/"/>
    <ds:schemaRef ds:uri="http://schemas.microsoft.com/office/2006/documentManagement/types"/>
    <ds:schemaRef ds:uri="http://purl.org/dc/elements/1.1/"/>
    <ds:schemaRef ds:uri="91f60a32-c13a-4850-8dc7-55ed60ec9666"/>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7E88A7F6-7769-4DEC-A9A6-8DFCAF9EC1E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1f60a32-c13a-4850-8dc7-55ed60ec9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46F04D-4563-4809-9B05-F3A5FDF2CB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3033</TotalTime>
  <Words>1894</Words>
  <Application>Microsoft Macintosh PowerPoint</Application>
  <PresentationFormat>Widescreen</PresentationFormat>
  <Paragraphs>791</Paragraphs>
  <Slides>5</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9" baseType="lpstr">
      <vt:lpstr>Arial</vt:lpstr>
      <vt:lpstr>Calibri</vt:lpstr>
      <vt:lpstr>6_Тема Office</vt:lpstr>
      <vt:lpstr>Слайд think-cell</vt:lpstr>
      <vt:lpstr>PowerPoint Presentation</vt:lpstr>
      <vt:lpstr>PowerPoint Presentation</vt:lpstr>
      <vt:lpstr>PowerPoint Presentation</vt:lpstr>
      <vt:lpstr>PowerPoint Presentation</vt:lpstr>
      <vt:lpstr>PowerPoint Presentation</vt:lpstr>
    </vt:vector>
  </TitlesOfParts>
  <Company>АО "Тандер"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Виноградов Даниил Алексеевич</dc:creator>
  <cp:lastModifiedBy>Бабкин Денис Владимирович</cp:lastModifiedBy>
  <cp:revision>126</cp:revision>
  <dcterms:created xsi:type="dcterms:W3CDTF">2026-03-13T09:21:41Z</dcterms:created>
  <dcterms:modified xsi:type="dcterms:W3CDTF">2026-10-21T09:26:20Z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0x0101005586351EFA2A4845BBB1D74C44D60F86</vt:lpwstr>
  </property>
</Properties>
</file>