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46" r:id="rId20"/>
    <p:sldId id="345" r:id="rId19"/>
    <p:sldId id="338" r:id="rId9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6487.923725043029</c:v>
                </c:pt>
                <c:pt idx="3">
                  <c:v>7499.458079795491</c:v>
                </c:pt>
                <c:pt idx="4">
                  <c:v>7843.287548716826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8268.211595880057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3429.8056351671353</c:v>
                </c:pt>
                <c:pt idx="2">
                  <c:v>1011.5343547524621</c:v>
                </c:pt>
                <c:pt idx="3">
                  <c:v>343.8294689213344</c:v>
                </c:pt>
                <c:pt idx="4">
                  <c:v>424.92404716323017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+3 430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+1 012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+344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+425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8 268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Relationship Id="rId8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+4 441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(3 430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+344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(-783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(122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(-96 млн руб.), отпускные (-71 млн руб.), налоги (-17 млн руб.); оплата труда +118 млн руб. (рекласс ФОТ в CAPEX), индексация не закладывается (+49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(+305 млн руб.), вознаграждения РА (+91 млн руб.), маркетинг ВГО (-36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(+38 млн руб.), IT: ноутбуки и облачное хранение (+42 млн руб.), резерв отпусков (-22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выручки с FT и рост продаж E-com, экономия OPEX (+425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2851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6 175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4 457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(2 364)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(1 106)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(1 151)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+2 231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(1 490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-837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(-1 084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(-30 млн руб.), отпускные (-24 млн руб.), налоги (-11 млн руб.); индексация не закладывается (+28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(+51 млн руб.), маркетинг ВГО (-14 млн руб.), вознаграждения блогерам (-3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(+13 млн руб.), IT (+11 млн руб.), резерв отпусков (+6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E-com (+2 231 млн руб.) перекрывает Non-E-com ниже бюджета: Instore (-414 млн руб.), MIP, Magnit Market, DMP (-423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204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531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27860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1 303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4 086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(807)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3 279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3 170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Q3 — стабильно около 1 млрд руб. в месяц (июль 1 065, август 964, сентябрь 1 011 млн руб.): +29% к Q2 (3 041 против 2 354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72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3050000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/>
        </p:nvGraphicFramePr>
        <p:xfrm>
          <a:off x="6393164" y="3420000"/>
          <a:ext cx="5434661" cy="278000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