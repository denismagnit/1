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embeddings/oleObject23.bin" ContentType="application/vnd.openxmlformats-officedocument.oleObject"/>
  <Override PartName="/ppt/tags/tag24.xml" ContentType="application/vnd.openxmlformats-officedocument.presentationml.tags+xml"/>
  <Override PartName="/ppt/embeddings/oleObject24.bin" ContentType="application/vnd.openxmlformats-officedocument.oleObject"/>
  <Override PartName="/ppt/tags/tag25.xml" ContentType="application/vnd.openxmlformats-officedocument.presentationml.tag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6487.923725043029</c:v>
                </c:pt>
                <c:pt idx="3">
                  <c:v>7499.458079795491</c:v>
                </c:pt>
                <c:pt idx="4">
                  <c:v>7843.287548716826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8268.211595880057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3429.8056351671353</c:v>
                </c:pt>
                <c:pt idx="2">
                  <c:v>1011.5343547524621</c:v>
                </c:pt>
                <c:pt idx="3">
                  <c:v>343.8294689213344</c:v>
                </c:pt>
                <c:pt idx="4">
                  <c:v>424.92404716323017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+3 430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+1 012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+344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+425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8 268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4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3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5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4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2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600000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/>
        </p:nvGraphicFramePr>
        <p:xfrm>
          <a:off x="6393164" y="2970000"/>
          <a:ext cx="5434661" cy="323000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