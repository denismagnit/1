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147480845" r:id="rId2"/>
    <p:sldId id="2147480847" r:id="rId3"/>
    <p:sldId id="2147480846" r:id="rId4"/>
    <p:sldId id="2147480851" r:id="rId5"/>
    <p:sldId id="2147480850" r:id="rId6"/>
    <p:sldId id="2147480848" r:id="rId7"/>
    <p:sldId id="2147480849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8"/>
    <p:restoredTop sz="94694"/>
  </p:normalViewPr>
  <p:slideViewPr>
    <p:cSldViewPr snapToGrid="0">
      <p:cViewPr varScale="1">
        <p:scale>
          <a:sx n="121" d="100"/>
          <a:sy n="121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145.3</c:v>
                </c:pt>
                <c:pt idx="1">
                  <c:v>276.4</c:v>
                </c:pt>
                <c:pt idx="2">
                  <c:v>283.9</c:v>
                </c:pt>
                <c:pt idx="3">
                  <c:v>346.9</c:v>
                </c:pt>
                <c:pt idx="4">
                  <c:v>446.9</c:v>
                </c:pt>
                <c:pt idx="5">
                  <c:v>649.8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7FE-F14B-8CFB-25CBF48A97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chemeClr val="accent1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27.5</c:v>
                </c:pt>
                <c:pt idx="1">
                  <c:v>67.5</c:v>
                </c:pt>
                <c:pt idx="2">
                  <c:v>72</c:v>
                </c:pt>
                <c:pt idx="3">
                  <c:v>46.1</c:v>
                </c:pt>
                <c:pt idx="4">
                  <c:v>160.19999999999999</c:v>
                </c:pt>
                <c:pt idx="5">
                  <c:v>276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7FE-F14B-8CFB-25CBF48A97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77.599999999999994</c:v>
                </c:pt>
                <c:pt idx="7">
                  <c:v>134.9</c:v>
                </c:pt>
                <c:pt idx="8">
                  <c:v>204.1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67FE-F14B-8CFB-25CBF48A97D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invertIfNegative val="1"/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85.1</c:v>
                </c:pt>
                <c:pt idx="1">
                  <c:v>82</c:v>
                </c:pt>
                <c:pt idx="2">
                  <c:v>70.099999999999994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67FE-F14B-8CFB-25CBF48A97D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7FE-F14B-8CFB-25CBF48A97D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7FE-F14B-8CFB-25CBF48A97D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434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7FE-F14B-8CFB-25CBF48A97D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455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7FE-F14B-8CFB-25CBF48A97DC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7FE-F14B-8CFB-25CBF48A97DC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67FE-F14B-8CFB-25CBF48A97DC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67FE-F14B-8CFB-25CBF48A97DC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67FE-F14B-8CFB-25CBF48A97DC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67FE-F14B-8CFB-25CBF48A97D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67FE-F14B-8CFB-25CBF48A97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  <a:endParaRPr lang="en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4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legendEntry>
        <c:idx val="4"/>
        <c:delete val="1"/>
      </c:legendEntry>
      <c:overlay val="0"/>
    </c:legend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</c:v>
                </c:pt>
                <c:pt idx="2">
                  <c:v>6988</c:v>
                </c:pt>
                <c:pt idx="3">
                  <c:v>7198</c:v>
                </c:pt>
                <c:pt idx="4">
                  <c:v>7813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3930</c:v>
                </c:pt>
                <c:pt idx="2">
                  <c:v>210</c:v>
                </c:pt>
                <c:pt idx="3">
                  <c:v>615</c:v>
                </c:pt>
                <c:pt idx="4">
                  <c:v>407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+3 930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+210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+615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tags" Target="../tags/tag1.xml"/><Relationship Id="rId5" Type="http://schemas.openxmlformats.org/officeDocument/2006/relationships/oleObject" Target="../embeddings/oleObject1.bin"/><Relationship Id="rId6" Type="http://schemas.openxmlformats.org/officeDocument/2006/relationships/image" Target="../media/image1.emf"/><Relationship Id="rId7" Type="http://schemas.openxmlformats.org/officeDocument/2006/relationships/image" Target="../media/image2.svg"/><Relationship Id="rId8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4.emf"/><Relationship Id="rId5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Relationship Id="rId5" Type="http://schemas.openxmlformats.org/officeDocument/2006/relationships/chart" Target="../charts/chart2.xml"/><Relationship Id="rId6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142,82%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126,81%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3 779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(105)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2 222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-28%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-146%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1 235%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486%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531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737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+295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323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(-26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+2 167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2 939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(-774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2 939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-116%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AT FIN SEP 2026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vs Авг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+14%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+75%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+55%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33415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518663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733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52409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142735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7658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-100%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64705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+23%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65927" y="3218214"/>
            <a:ext cx="5659900" cy="24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Сентябрь: 1 183 млн руб. (+219 млн руб., +23% к августу)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Digital Instore +181 млн руб., Online+DMP +71 млн руб., E-comm +57 млн руб.,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разовых: ФинТех (-13), пакеты (-29), «Другое» (-38)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9М 2026: 6 718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E-comm — 52%, Digital Instore — 25%, Online+DMP — 11% выручки</a:t>
            </a:r>
          </a:p>
        </p:txBody>
      </p:sp>
      <p:sp>
        <p:nvSpPr>
          <p:cNvPr id="4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Динамика выручки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(3 930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(210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(615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+4 140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3 930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(151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(1 006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2 506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1 781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(база, 991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инкремент поставщиков сверх базы (924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991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1 900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1 267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2545</Words>
  <Application>Microsoft Macintosh PowerPoint</Application>
  <PresentationFormat>Widescreen</PresentationFormat>
  <Paragraphs>873</Paragraphs>
  <Slides>7</Slides>
  <Notes>0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41</cp:revision>
  <dcterms:created xsi:type="dcterms:W3CDTF">2026-10-05T11:53:56Z</dcterms:created>
  <dcterms:modified xsi:type="dcterms:W3CDTF">2026-10-20T10:19:52Z</dcterms:modified>
  <cp:category/>
</cp:coreProperties>
</file>