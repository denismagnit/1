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sldIdLst>
    <p:sldId id="345" r:id="rId2"/>
    <p:sldId id="2147480845" r:id="rId4"/>
    <p:sldId id="2147480846" r:id="rId5"/>
    <p:sldId id="2147480847" r:id="rId6"/>
    <p:sldId id="2147480848" r:id="rId7"/>
    <p:sldId id="2147480849" r:id="rId8"/>
    <p:sldId id="21474808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710"/>
  </p:normalViewPr>
  <p:slideViewPr>
    <p:cSldViewPr snapToGrid="0">
      <p:cViewPr varScale="1">
        <p:scale>
          <a:sx n="149" d="100"/>
          <a:sy n="149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6207.8871425564885</c:v>
                </c:pt>
                <c:pt idx="3">
                  <c:v>7198.854620626313</c:v>
                </c:pt>
                <c:pt idx="4">
                  <c:v>7812.983772855635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3149.769052680595</c:v>
                </c:pt>
                <c:pt idx="2">
                  <c:v>990.9674780698247</c:v>
                </c:pt>
                <c:pt idx="3">
                  <c:v>614.1291522293222</c:v>
                </c:pt>
                <c:pt idx="4">
                  <c:v>407.1320658844138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+3 150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+991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210,4%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146,97%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4 830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3 273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(1 888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3 215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1 657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1 564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707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914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(147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(3 150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(1 262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1 629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997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(3 150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(991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1989</TotalTime>
  <Words>13128</Words>
  <Application>Microsoft Macintosh PowerPoint</Application>
  <PresentationFormat>Widescreen</PresentationFormat>
  <Paragraphs>2977</Paragraphs>
  <Slides>62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2026-10-17T10:19:42Z</dcterms:modified>
  <cp:category/>
</cp:coreProperties>
</file>